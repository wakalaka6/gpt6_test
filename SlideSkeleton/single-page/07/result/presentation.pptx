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image" Target="../media/image25.jpg"/><Relationship Id="rId8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ssets/complex_f093b72ce97d2013.png" descr="complex_f093b72ce97d2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371600"/>
            <a:ext cx="6428232" cy="4428752"/>
          </a:xfrm>
          <a:prstGeom prst="rect">
            <a:avLst/>
          </a:prstGeom>
        </p:spPr>
      </p:pic>
      <p:pic>
        <p:nvPicPr>
          <p:cNvPr id="3" name="assets/complex_76efe6b9305ec727.png" descr="complex_76efe6b9305ec7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28600"/>
            <a:ext cx="2240280" cy="2315158"/>
          </a:xfrm>
          <a:prstGeom prst="rect">
            <a:avLst/>
          </a:prstGeom>
        </p:spPr>
      </p:pic>
      <p:pic>
        <p:nvPicPr>
          <p:cNvPr id="4" name="assets/complex_ce9d5b3615e30232.png" descr="complex_ce9d5b3615e302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072" y="228600"/>
            <a:ext cx="2240280" cy="2189630"/>
          </a:xfrm>
          <a:prstGeom prst="rect">
            <a:avLst/>
          </a:prstGeom>
        </p:spPr>
      </p:pic>
      <p:pic>
        <p:nvPicPr>
          <p:cNvPr id="5" name="assets/complex_a28bdf6e95825c57.png" descr="complex_a28bdf6e95825c5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453128"/>
            <a:ext cx="2240280" cy="2187727"/>
          </a:xfrm>
          <a:prstGeom prst="rect">
            <a:avLst/>
          </a:prstGeom>
        </p:spPr>
      </p:pic>
      <p:pic>
        <p:nvPicPr>
          <p:cNvPr id="6" name="assets/complex_8ed5db09f757d2c7.png" descr="complex_8ed5db09f757d2c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072" y="4334256"/>
            <a:ext cx="2240280" cy="2292101"/>
          </a:xfrm>
          <a:prstGeom prst="rect">
            <a:avLst/>
          </a:prstGeom>
        </p:spPr>
      </p:pic>
      <p:pic>
        <p:nvPicPr>
          <p:cNvPr id="7" name="assets/complex_2ced986c2bc9c053.png" descr="complex_2ced986c2bc9c0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7328" y="429768"/>
            <a:ext cx="4663440" cy="908357"/>
          </a:xfrm>
          <a:prstGeom prst="rect">
            <a:avLst/>
          </a:prstGeom>
        </p:spPr>
      </p:pic>
      <p:pic>
        <p:nvPicPr>
          <p:cNvPr id="8" name="assets/complex_c9f715e6a9615b78.png" descr="complex_c9f715e6a9615b7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7328" y="5513832"/>
            <a:ext cx="4663440" cy="908357"/>
          </a:xfrm>
          <a:prstGeom prst="rect">
            <a:avLst/>
          </a:prstGeom>
        </p:spPr>
      </p:pic>
      <p:sp>
        <p:nvSpPr>
          <p:cNvPr id="9" name="text_block_0"/>
          <p:cNvSpPr txBox="1"/>
          <p:nvPr/>
        </p:nvSpPr>
        <p:spPr>
          <a:xfrm>
            <a:off x="3995928" y="2395728"/>
            <a:ext cx="4197096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0">
                <a:solidFill>
                  <a:srgbClr val="1C3B33"/>
                </a:solidFill>
                <a:latin typeface="Gilda Display"/>
              </a:rPr>
              <a:t>Your Title Goes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1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assets/46a8dc1dd1c63d5b.jpg" descr="46a8dc1dd1c63d5b.jpg"/>
          <p:cNvPicPr>
            <a:picLocks noChangeAspect="1"/>
          </p:cNvPicPr>
          <p:nvPr/>
        </p:nvPicPr>
        <p:blipFill>
          <a:blip r:embed="rId2"/>
          <a:srcRect l="11045" r="11045"/>
          <a:stretch>
            <a:fillRect/>
          </a:stretch>
        </p:blipFill>
        <p:spPr>
          <a:xfrm>
            <a:off x="5166360" y="685800"/>
            <a:ext cx="6400800" cy="5486400"/>
          </a:xfrm>
          <a:prstGeom prst="rect">
            <a:avLst/>
          </a:prstGeom>
        </p:spPr>
      </p:pic>
      <p:pic>
        <p:nvPicPr>
          <p:cNvPr id="4" name="assets/complex_7b6026e02c10f0cb.png" descr="complex_7b6026e02c10f0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256032"/>
            <a:ext cx="1737360" cy="1681510"/>
          </a:xfrm>
          <a:prstGeom prst="rect">
            <a:avLst/>
          </a:prstGeom>
        </p:spPr>
      </p:pic>
      <p:pic>
        <p:nvPicPr>
          <p:cNvPr id="5" name="assets/complex_17c621ba2fb6ab09.png" descr="complex_17c621ba2fb6ab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256032"/>
            <a:ext cx="1737360" cy="1682973"/>
          </a:xfrm>
          <a:prstGeom prst="rect">
            <a:avLst/>
          </a:prstGeom>
        </p:spPr>
      </p:pic>
      <p:pic>
        <p:nvPicPr>
          <p:cNvPr id="6" name="assets/complex_070c1cc78e637079.png" descr="complex_070c1cc78e63707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873752"/>
            <a:ext cx="1737360" cy="1681510"/>
          </a:xfrm>
          <a:prstGeom prst="rect">
            <a:avLst/>
          </a:prstGeom>
        </p:spPr>
      </p:pic>
      <p:pic>
        <p:nvPicPr>
          <p:cNvPr id="7" name="assets/complex_744d09b112d1d820.png" descr="complex_744d09b112d1d8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7272" y="4873752"/>
            <a:ext cx="1737360" cy="1681510"/>
          </a:xfrm>
          <a:prstGeom prst="rect">
            <a:avLst/>
          </a:prstGeom>
        </p:spPr>
      </p:pic>
      <p:pic>
        <p:nvPicPr>
          <p:cNvPr id="8" name="assets/complex_416cdc7bb9067ec9.png" descr="complex_416cdc7bb9067e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" y="484632"/>
            <a:ext cx="1664208" cy="1567334"/>
          </a:xfrm>
          <a:prstGeom prst="rect">
            <a:avLst/>
          </a:prstGeom>
        </p:spPr>
      </p:pic>
      <p:sp>
        <p:nvSpPr>
          <p:cNvPr id="9" name="text_block_1"/>
          <p:cNvSpPr txBox="1"/>
          <p:nvPr/>
        </p:nvSpPr>
        <p:spPr>
          <a:xfrm>
            <a:off x="612648" y="2450592"/>
            <a:ext cx="3502152" cy="1847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>
                <a:solidFill>
                  <a:srgbClr val="F6F6E9"/>
                </a:solidFill>
                <a:latin typeface="Gilda Display"/>
              </a:rPr>
              <a:t>Write Your Topic or Idea</a:t>
            </a:r>
          </a:p>
        </p:txBody>
      </p:sp>
      <p:sp>
        <p:nvSpPr>
          <p:cNvPr id="10" name="text_block_0"/>
          <p:cNvSpPr txBox="1"/>
          <p:nvPr/>
        </p:nvSpPr>
        <p:spPr>
          <a:xfrm>
            <a:off x="640080" y="4599432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F6F6E9"/>
                </a:solidFill>
                <a:latin typeface="Oxygen Light"/>
              </a:rPr>
              <a:t>Elaborate on what you want to discuss. </a:t>
            </a:r>
          </a:p>
        </p:txBody>
      </p:sp>
      <p:sp>
        <p:nvSpPr>
          <p:cNvPr id="11" name="text_block_2"/>
          <p:cNvSpPr txBox="1"/>
          <p:nvPr/>
        </p:nvSpPr>
        <p:spPr>
          <a:xfrm>
            <a:off x="640080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6F6E9"/>
                </a:solidFill>
                <a:latin typeface="Montserrat"/>
              </a:rPr>
              <a:t>‹#›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ssets/complex_8b8539c14c026c97.png" descr="complex_8b8539c14c026c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320040"/>
            <a:ext cx="11027664" cy="1802783"/>
          </a:xfrm>
          <a:prstGeom prst="rect">
            <a:avLst/>
          </a:prstGeom>
        </p:spPr>
      </p:pic>
      <p:sp>
        <p:nvSpPr>
          <p:cNvPr id="3" name="text_block_3"/>
          <p:cNvSpPr txBox="1"/>
          <p:nvPr/>
        </p:nvSpPr>
        <p:spPr>
          <a:xfrm>
            <a:off x="1828800" y="896112"/>
            <a:ext cx="854049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700">
                <a:solidFill>
                  <a:srgbClr val="1C3B33"/>
                </a:solidFill>
                <a:latin typeface="Gilda Display"/>
              </a:rPr>
              <a:t>Write Your Topic or Idea</a:t>
            </a:r>
          </a:p>
        </p:txBody>
      </p:sp>
      <p:pic>
        <p:nvPicPr>
          <p:cNvPr id="4" name="assets/complex_9e7a3692196eaa61.png" descr="complex_9e7a3692196eaa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423160"/>
            <a:ext cx="2971800" cy="29537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206240" y="2258568"/>
            <a:ext cx="41148" cy="832104"/>
          </a:xfrm>
          <a:prstGeom prst="rect">
            <a:avLst/>
          </a:prstGeom>
          <a:solidFill>
            <a:srgbClr val="EFA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_block_0"/>
          <p:cNvSpPr txBox="1"/>
          <p:nvPr/>
        </p:nvSpPr>
        <p:spPr>
          <a:xfrm>
            <a:off x="4489704" y="2231136"/>
            <a:ext cx="686714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>
                <a:solidFill>
                  <a:srgbClr val="1C3B33"/>
                </a:solidFill>
                <a:latin typeface="Gilda Display"/>
              </a:rPr>
              <a:t>Add a main point</a:t>
            </a:r>
            <a:br/>
            <a:r>
              <a:rPr sz="1600">
                <a:solidFill>
                  <a:srgbClr val="1C3B33"/>
                </a:solidFill>
                <a:latin typeface="Oxygen Light"/>
              </a:rPr>
              <a:t>Elaborate on what you want to discuss.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ectangle 6"/>
          <p:cNvSpPr/>
          <p:nvPr/>
        </p:nvSpPr>
        <p:spPr>
          <a:xfrm>
            <a:off x="4206240" y="3547872"/>
            <a:ext cx="41148" cy="832104"/>
          </a:xfrm>
          <a:prstGeom prst="rect">
            <a:avLst/>
          </a:prstGeom>
          <a:solidFill>
            <a:srgbClr val="EFA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_block_1"/>
          <p:cNvSpPr txBox="1"/>
          <p:nvPr/>
        </p:nvSpPr>
        <p:spPr>
          <a:xfrm>
            <a:off x="4489704" y="3520440"/>
            <a:ext cx="686714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>
                <a:solidFill>
                  <a:srgbClr val="1C3B33"/>
                </a:solidFill>
                <a:latin typeface="Gilda Display"/>
              </a:rPr>
              <a:t>Add a main point</a:t>
            </a:r>
            <a:br/>
            <a:r>
              <a:rPr sz="1600">
                <a:solidFill>
                  <a:srgbClr val="1C3B33"/>
                </a:solidFill>
                <a:latin typeface="Oxygen Light"/>
              </a:rPr>
              <a:t>Elaborate on what you want to discuss.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Rectangle 8"/>
          <p:cNvSpPr/>
          <p:nvPr/>
        </p:nvSpPr>
        <p:spPr>
          <a:xfrm>
            <a:off x="4206240" y="4837176"/>
            <a:ext cx="41148" cy="832104"/>
          </a:xfrm>
          <a:prstGeom prst="rect">
            <a:avLst/>
          </a:prstGeom>
          <a:solidFill>
            <a:srgbClr val="EFA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_block_2"/>
          <p:cNvSpPr txBox="1"/>
          <p:nvPr/>
        </p:nvSpPr>
        <p:spPr>
          <a:xfrm>
            <a:off x="4489704" y="4809744"/>
            <a:ext cx="686714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>
                <a:solidFill>
                  <a:srgbClr val="1C3B33"/>
                </a:solidFill>
                <a:latin typeface="Gilda Display"/>
              </a:rPr>
              <a:t>Add a main point</a:t>
            </a:r>
            <a:br/>
            <a:r>
              <a:rPr sz="1600">
                <a:solidFill>
                  <a:srgbClr val="1C3B33"/>
                </a:solidFill>
                <a:latin typeface="Oxygen Light"/>
              </a:rPr>
              <a:t>Elaborate on what you want to discuss.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_block_4"/>
          <p:cNvSpPr txBox="1"/>
          <p:nvPr/>
        </p:nvSpPr>
        <p:spPr>
          <a:xfrm>
            <a:off x="1092708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C3B33"/>
                </a:solidFill>
                <a:latin typeface="Montserrat"/>
              </a:rPr>
              <a:t>‹#›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ssets/11973e134de5ea3d.jpg" descr="11973e134de5ea3d.jpg"/>
          <p:cNvPicPr>
            <a:picLocks noChangeAspect="1"/>
          </p:cNvPicPr>
          <p:nvPr/>
        </p:nvPicPr>
        <p:blipFill>
          <a:blip r:embed="rId2"/>
          <a:srcRect l="1002" r="1002"/>
          <a:stretch>
            <a:fillRect/>
          </a:stretch>
        </p:blipFill>
        <p:spPr>
          <a:xfrm>
            <a:off x="502920" y="502920"/>
            <a:ext cx="3328416" cy="5093208"/>
          </a:xfrm>
          <a:prstGeom prst="rect">
            <a:avLst/>
          </a:prstGeom>
        </p:spPr>
      </p:pic>
      <p:pic>
        <p:nvPicPr>
          <p:cNvPr id="3" name="assets/5dcd43eee0253a1f.jpg" descr="5dcd43eee0253a1f.jpg"/>
          <p:cNvPicPr>
            <a:picLocks noChangeAspect="1"/>
          </p:cNvPicPr>
          <p:nvPr/>
        </p:nvPicPr>
        <p:blipFill>
          <a:blip r:embed="rId3"/>
          <a:srcRect t="7768" b="7768"/>
          <a:stretch>
            <a:fillRect/>
          </a:stretch>
        </p:blipFill>
        <p:spPr>
          <a:xfrm>
            <a:off x="4050791" y="502920"/>
            <a:ext cx="4325112" cy="2436876"/>
          </a:xfrm>
          <a:prstGeom prst="rect">
            <a:avLst/>
          </a:prstGeom>
        </p:spPr>
      </p:pic>
      <p:pic>
        <p:nvPicPr>
          <p:cNvPr id="4" name="assets/f4b49f3286ad68d2.jpg" descr="f4b49f3286ad68d2.jpg"/>
          <p:cNvPicPr>
            <a:picLocks noChangeAspect="1"/>
          </p:cNvPicPr>
          <p:nvPr/>
        </p:nvPicPr>
        <p:blipFill>
          <a:blip r:embed="rId4"/>
          <a:srcRect t="7768" b="7768"/>
          <a:stretch>
            <a:fillRect/>
          </a:stretch>
        </p:blipFill>
        <p:spPr>
          <a:xfrm>
            <a:off x="4050791" y="3159252"/>
            <a:ext cx="4325112" cy="243687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95360" y="502920"/>
            <a:ext cx="3090672" cy="5093208"/>
          </a:xfrm>
          <a:prstGeom prst="rect">
            <a:avLst/>
          </a:prstGeom>
          <a:solidFill>
            <a:srgbClr val="EFA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assets/complex_5012f54fbb3fc958.png" descr="complex_5012f54fbb3fc9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2" y="768096"/>
            <a:ext cx="2313432" cy="4363453"/>
          </a:xfrm>
          <a:prstGeom prst="rect">
            <a:avLst/>
          </a:prstGeom>
        </p:spPr>
      </p:pic>
      <p:pic>
        <p:nvPicPr>
          <p:cNvPr id="7" name="assets/complex_c03ee46945a061e7.png" descr="complex_c03ee46945a061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1632" y="768096"/>
            <a:ext cx="777240" cy="3990294"/>
          </a:xfrm>
          <a:prstGeom prst="rect">
            <a:avLst/>
          </a:prstGeom>
        </p:spPr>
      </p:pic>
      <p:sp>
        <p:nvSpPr>
          <p:cNvPr id="8" name="text_block_0"/>
          <p:cNvSpPr txBox="1"/>
          <p:nvPr/>
        </p:nvSpPr>
        <p:spPr>
          <a:xfrm>
            <a:off x="594360" y="5925312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>
                <a:solidFill>
                  <a:srgbClr val="1C3B33"/>
                </a:solidFill>
                <a:latin typeface="Gilda Display"/>
              </a:rPr>
              <a:t>Write a caption for the photos.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block_4"/>
          <p:cNvSpPr txBox="1"/>
          <p:nvPr/>
        </p:nvSpPr>
        <p:spPr>
          <a:xfrm>
            <a:off x="594360" y="448056"/>
            <a:ext cx="9738360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700">
                <a:solidFill>
                  <a:srgbClr val="1C3B33"/>
                </a:solidFill>
                <a:latin typeface="Gilda Display"/>
              </a:rPr>
              <a:t>Add a Team Members Page</a:t>
            </a:r>
          </a:p>
        </p:txBody>
      </p:sp>
      <p:sp>
        <p:nvSpPr>
          <p:cNvPr id="3" name="text_block_5"/>
          <p:cNvSpPr txBox="1"/>
          <p:nvPr/>
        </p:nvSpPr>
        <p:spPr>
          <a:xfrm>
            <a:off x="612648" y="12344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1C3B33"/>
                </a:solidFill>
                <a:latin typeface="Oxygen Light"/>
              </a:rPr>
              <a:t>Elaborate on what you want to discuss. </a:t>
            </a:r>
          </a:p>
        </p:txBody>
      </p:sp>
      <p:pic>
        <p:nvPicPr>
          <p:cNvPr id="4" name="assets/complex_5012f54fbb3fc958.png" descr="complex_5012f54fbb3fc9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1847088"/>
            <a:ext cx="1527048" cy="2880224"/>
          </a:xfrm>
          <a:prstGeom prst="rect">
            <a:avLst/>
          </a:prstGeom>
        </p:spPr>
      </p:pic>
      <p:pic>
        <p:nvPicPr>
          <p:cNvPr id="5" name="assets/complex_407eeb277280ce6e.png" descr="complex_407eeb277280ce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411480"/>
            <a:ext cx="1069848" cy="1396139"/>
          </a:xfrm>
          <a:prstGeom prst="rect">
            <a:avLst/>
          </a:prstGeom>
        </p:spPr>
      </p:pic>
      <p:pic>
        <p:nvPicPr>
          <p:cNvPr id="6" name="assets/complex_d28295df5c6d0a74.png" descr="complex_d28295df5c6d0a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608" y="4892040"/>
            <a:ext cx="1069848" cy="1394926"/>
          </a:xfrm>
          <a:prstGeom prst="rect">
            <a:avLst/>
          </a:prstGeom>
        </p:spPr>
      </p:pic>
      <p:pic>
        <p:nvPicPr>
          <p:cNvPr id="7" name="assets/2ffa426183c56bcf.jpg" descr="2ffa426183c56bcf.jpg"/>
          <p:cNvPicPr>
            <a:picLocks noChangeAspect="1"/>
          </p:cNvPicPr>
          <p:nvPr/>
        </p:nvPicPr>
        <p:blipFill>
          <a:blip r:embed="rId5"/>
          <a:srcRect t="1324" b="1324"/>
          <a:stretch>
            <a:fillRect/>
          </a:stretch>
        </p:blipFill>
        <p:spPr>
          <a:xfrm>
            <a:off x="594360" y="1975104"/>
            <a:ext cx="2148840" cy="31363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" y="5111496"/>
            <a:ext cx="2148840" cy="1097280"/>
          </a:xfrm>
          <a:prstGeom prst="rect">
            <a:avLst/>
          </a:prstGeom>
          <a:solidFill>
            <a:srgbClr val="EFA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_block_0"/>
          <p:cNvSpPr txBox="1"/>
          <p:nvPr/>
        </p:nvSpPr>
        <p:spPr>
          <a:xfrm>
            <a:off x="722376" y="5312664"/>
            <a:ext cx="189280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1C3B33"/>
                </a:solidFill>
                <a:latin typeface="Gilda Display"/>
              </a:rPr>
              <a:t> Name</a:t>
            </a:r>
          </a:p>
        </p:txBody>
      </p:sp>
      <p:sp>
        <p:nvSpPr>
          <p:cNvPr id="10" name="text_block_6"/>
          <p:cNvSpPr txBox="1"/>
          <p:nvPr/>
        </p:nvSpPr>
        <p:spPr>
          <a:xfrm>
            <a:off x="722376" y="5760720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C3B33"/>
                </a:solidFill>
                <a:latin typeface="Oxygen Light"/>
              </a:rPr>
              <a:t>Title or Position</a:t>
            </a:r>
          </a:p>
        </p:txBody>
      </p:sp>
      <p:pic>
        <p:nvPicPr>
          <p:cNvPr id="11" name="assets/3e74f8ddf2a082eb.jpg" descr="3e74f8ddf2a082eb.jpg"/>
          <p:cNvPicPr>
            <a:picLocks noChangeAspect="1"/>
          </p:cNvPicPr>
          <p:nvPr/>
        </p:nvPicPr>
        <p:blipFill>
          <a:blip r:embed="rId6"/>
          <a:srcRect l="19586" r="57586"/>
          <a:stretch>
            <a:fillRect/>
          </a:stretch>
        </p:blipFill>
        <p:spPr>
          <a:xfrm>
            <a:off x="3063240" y="1975104"/>
            <a:ext cx="2148840" cy="313639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063240" y="5111496"/>
            <a:ext cx="2148840" cy="1097280"/>
          </a:xfrm>
          <a:prstGeom prst="rect">
            <a:avLst/>
          </a:prstGeom>
          <a:solidFill>
            <a:srgbClr val="EFA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_block_1"/>
          <p:cNvSpPr txBox="1"/>
          <p:nvPr/>
        </p:nvSpPr>
        <p:spPr>
          <a:xfrm>
            <a:off x="3191256" y="5312664"/>
            <a:ext cx="189280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1C3B33"/>
                </a:solidFill>
                <a:latin typeface="Gilda Display"/>
              </a:rPr>
              <a:t> Name</a:t>
            </a:r>
          </a:p>
        </p:txBody>
      </p:sp>
      <p:sp>
        <p:nvSpPr>
          <p:cNvPr id="14" name="text_block_7"/>
          <p:cNvSpPr txBox="1"/>
          <p:nvPr/>
        </p:nvSpPr>
        <p:spPr>
          <a:xfrm>
            <a:off x="3191256" y="5760720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C3B33"/>
                </a:solidFill>
                <a:latin typeface="Oxygen Light"/>
              </a:rPr>
              <a:t>Title or Position</a:t>
            </a:r>
          </a:p>
        </p:txBody>
      </p:sp>
      <p:pic>
        <p:nvPicPr>
          <p:cNvPr id="15" name="assets/78295e75e8920444.jpg" descr="78295e75e8920444.jpg"/>
          <p:cNvPicPr>
            <a:picLocks noChangeAspect="1"/>
          </p:cNvPicPr>
          <p:nvPr/>
        </p:nvPicPr>
        <p:blipFill>
          <a:blip r:embed="rId7"/>
          <a:srcRect t="1348" b="1348"/>
          <a:stretch>
            <a:fillRect/>
          </a:stretch>
        </p:blipFill>
        <p:spPr>
          <a:xfrm>
            <a:off x="5532120" y="1975104"/>
            <a:ext cx="2148840" cy="313639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532120" y="5111496"/>
            <a:ext cx="2148840" cy="1097280"/>
          </a:xfrm>
          <a:prstGeom prst="rect">
            <a:avLst/>
          </a:prstGeom>
          <a:solidFill>
            <a:srgbClr val="EFA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_block_2"/>
          <p:cNvSpPr txBox="1"/>
          <p:nvPr/>
        </p:nvSpPr>
        <p:spPr>
          <a:xfrm>
            <a:off x="5660136" y="5312664"/>
            <a:ext cx="189280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1C3B33"/>
                </a:solidFill>
                <a:latin typeface="Gilda Display"/>
              </a:rPr>
              <a:t> Name</a:t>
            </a:r>
          </a:p>
        </p:txBody>
      </p:sp>
      <p:sp>
        <p:nvSpPr>
          <p:cNvPr id="18" name="text_block_8"/>
          <p:cNvSpPr txBox="1"/>
          <p:nvPr/>
        </p:nvSpPr>
        <p:spPr>
          <a:xfrm>
            <a:off x="5660136" y="5760720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C3B33"/>
                </a:solidFill>
                <a:latin typeface="Oxygen Light"/>
              </a:rPr>
              <a:t>Title or Position</a:t>
            </a:r>
          </a:p>
        </p:txBody>
      </p:sp>
      <p:pic>
        <p:nvPicPr>
          <p:cNvPr id="19" name="assets/83b9d8565ce403aa.jpg" descr="83b9d8565ce403aa.jpg"/>
          <p:cNvPicPr>
            <a:picLocks noChangeAspect="1"/>
          </p:cNvPicPr>
          <p:nvPr/>
        </p:nvPicPr>
        <p:blipFill>
          <a:blip r:embed="rId8"/>
          <a:srcRect t="1267" b="1267"/>
          <a:stretch>
            <a:fillRect/>
          </a:stretch>
        </p:blipFill>
        <p:spPr>
          <a:xfrm>
            <a:off x="8001000" y="1975104"/>
            <a:ext cx="2148840" cy="313639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001000" y="5111496"/>
            <a:ext cx="2148840" cy="1097280"/>
          </a:xfrm>
          <a:prstGeom prst="rect">
            <a:avLst/>
          </a:prstGeom>
          <a:solidFill>
            <a:srgbClr val="EFA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_block_3"/>
          <p:cNvSpPr txBox="1"/>
          <p:nvPr/>
        </p:nvSpPr>
        <p:spPr>
          <a:xfrm>
            <a:off x="8129016" y="5312664"/>
            <a:ext cx="189280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1C3B33"/>
                </a:solidFill>
                <a:latin typeface="Gilda Display"/>
              </a:rPr>
              <a:t> Name</a:t>
            </a:r>
          </a:p>
        </p:txBody>
      </p:sp>
      <p:sp>
        <p:nvSpPr>
          <p:cNvPr id="22" name="text_block_9"/>
          <p:cNvSpPr txBox="1"/>
          <p:nvPr/>
        </p:nvSpPr>
        <p:spPr>
          <a:xfrm>
            <a:off x="8129016" y="5760720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C3B33"/>
                </a:solidFill>
                <a:latin typeface="Oxygen Light"/>
              </a:rPr>
              <a:t>Title or Position</a:t>
            </a:r>
          </a:p>
        </p:txBody>
      </p:sp>
      <p:sp>
        <p:nvSpPr>
          <p:cNvPr id="23" name="text_block_10"/>
          <p:cNvSpPr txBox="1"/>
          <p:nvPr/>
        </p:nvSpPr>
        <p:spPr>
          <a:xfrm>
            <a:off x="10972800" y="640080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C3B33"/>
                </a:solidFill>
                <a:latin typeface="Montserrat"/>
              </a:rPr>
              <a:t>‹#›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