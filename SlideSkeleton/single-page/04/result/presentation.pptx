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: cover title panel"/>
          <p:cNvSpPr/>
          <p:nvPr/>
        </p:nvSpPr>
        <p:spPr>
          <a:xfrm>
            <a:off x="0" y="0"/>
            <a:ext cx="6995160" cy="4160520"/>
          </a:xfrm>
          <a:prstGeom prst="rect">
            <a:avLst/>
          </a:prstGeom>
          <a:solidFill>
            <a:srgbClr val="F5B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_block_00"/>
          <p:cNvSpPr txBox="1"/>
          <p:nvPr/>
        </p:nvSpPr>
        <p:spPr>
          <a:xfrm>
            <a:off x="658368" y="585216"/>
            <a:ext cx="5760720" cy="2395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800" b="1">
                <a:solidFill>
                  <a:srgbClr val="000000"/>
                </a:solidFill>
                <a:latin typeface="League Spartan"/>
              </a:rPr>
              <a:t>CV</a:t>
            </a:r>
          </a:p>
        </p:txBody>
      </p:sp>
      <p:sp>
        <p:nvSpPr>
          <p:cNvPr id="4" name="text_block_01"/>
          <p:cNvSpPr txBox="1"/>
          <p:nvPr/>
        </p:nvSpPr>
        <p:spPr>
          <a:xfrm>
            <a:off x="804672" y="317296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555555"/>
                </a:solidFill>
                <a:latin typeface="ABeeZee"/>
              </a:rPr>
              <a:t>beauty vlogger</a:t>
            </a:r>
          </a:p>
        </p:txBody>
      </p:sp>
      <p:pic>
        <p:nvPicPr>
          <p:cNvPr id="5" name="assets/b1275bd6b4afe40b.jpg" descr="b1275bd6b4afe40b.jpg"/>
          <p:cNvPicPr>
            <a:picLocks noChangeAspect="1"/>
          </p:cNvPicPr>
          <p:nvPr/>
        </p:nvPicPr>
        <p:blipFill>
          <a:blip r:embed="rId2"/>
          <a:srcRect t="5553" b="6786"/>
          <a:stretch>
            <a:fillRect/>
          </a:stretch>
        </p:blipFill>
        <p:spPr>
          <a:xfrm>
            <a:off x="7360920" y="457200"/>
            <a:ext cx="6720840" cy="7315200"/>
          </a:xfrm>
          <a:prstGeom prst="rect">
            <a:avLst/>
          </a:prstGeom>
        </p:spPr>
      </p:pic>
      <p:pic>
        <p:nvPicPr>
          <p:cNvPr id="6" name="assets/8f7713b14a764ba6.jpg" descr="8f7713b14a764ba6.jpg"/>
          <p:cNvPicPr>
            <a:picLocks noChangeAspect="1"/>
          </p:cNvPicPr>
          <p:nvPr/>
        </p:nvPicPr>
        <p:blipFill>
          <a:blip r:embed="rId3"/>
          <a:srcRect l="464" r="464"/>
          <a:stretch>
            <a:fillRect/>
          </a:stretch>
        </p:blipFill>
        <p:spPr>
          <a:xfrm>
            <a:off x="640080" y="4526280"/>
            <a:ext cx="2377440" cy="3200400"/>
          </a:xfrm>
          <a:prstGeom prst="rect">
            <a:avLst/>
          </a:prstGeom>
        </p:spPr>
      </p:pic>
      <p:pic>
        <p:nvPicPr>
          <p:cNvPr id="7" name="assets/b1e5ee42300dfc93.jpg" descr="b1e5ee42300dfc93.jpg"/>
          <p:cNvPicPr>
            <a:picLocks noChangeAspect="1"/>
          </p:cNvPicPr>
          <p:nvPr/>
        </p:nvPicPr>
        <p:blipFill>
          <a:blip r:embed="rId4"/>
          <a:srcRect t="73" b="73"/>
          <a:stretch>
            <a:fillRect/>
          </a:stretch>
        </p:blipFill>
        <p:spPr>
          <a:xfrm>
            <a:off x="3246120" y="5175504"/>
            <a:ext cx="3749039" cy="2496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06"/>
          <p:cNvSpPr txBox="1"/>
          <p:nvPr/>
        </p:nvSpPr>
        <p:spPr>
          <a:xfrm>
            <a:off x="594360" y="393192"/>
            <a:ext cx="13441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6100" b="1">
                <a:solidFill>
                  <a:srgbClr val="000000"/>
                </a:solidFill>
                <a:latin typeface="League Spartan"/>
              </a:rPr>
              <a:t>current trends.</a:t>
            </a:r>
          </a:p>
        </p:txBody>
      </p:sp>
      <p:sp>
        <p:nvSpPr>
          <p:cNvPr id="3" name="generated: delicate header rule"/>
          <p:cNvSpPr/>
          <p:nvPr/>
        </p:nvSpPr>
        <p:spPr>
          <a:xfrm>
            <a:off x="594360" y="1399032"/>
            <a:ext cx="13441680" cy="41148"/>
          </a:xfrm>
          <a:prstGeom prst="rect">
            <a:avLst/>
          </a:prstGeom>
          <a:solidFill>
            <a:srgbClr val="F5B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assets/fdc2c5c260b659c6.jpg" descr="fdc2c5c260b659c6.jpg"/>
          <p:cNvPicPr>
            <a:picLocks noChangeAspect="1"/>
          </p:cNvPicPr>
          <p:nvPr/>
        </p:nvPicPr>
        <p:blipFill>
          <a:blip r:embed="rId2"/>
          <a:srcRect t="19825" b="36818"/>
          <a:stretch>
            <a:fillRect/>
          </a:stretch>
        </p:blipFill>
        <p:spPr>
          <a:xfrm>
            <a:off x="594360" y="1773936"/>
            <a:ext cx="4251960" cy="2761488"/>
          </a:xfrm>
          <a:prstGeom prst="rect">
            <a:avLst/>
          </a:prstGeom>
        </p:spPr>
      </p:pic>
      <p:sp>
        <p:nvSpPr>
          <p:cNvPr id="5" name="text_block_00"/>
          <p:cNvSpPr txBox="1"/>
          <p:nvPr/>
        </p:nvSpPr>
        <p:spPr>
          <a:xfrm>
            <a:off x="594360" y="4782312"/>
            <a:ext cx="425196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League Spartan"/>
              </a:rPr>
              <a:t>Au Naturale</a:t>
            </a:r>
          </a:p>
        </p:txBody>
      </p:sp>
      <p:sp>
        <p:nvSpPr>
          <p:cNvPr id="6" name="text_block_05"/>
          <p:cNvSpPr txBox="1"/>
          <p:nvPr/>
        </p:nvSpPr>
        <p:spPr>
          <a:xfrm>
            <a:off x="594360" y="5486400"/>
            <a:ext cx="4251960" cy="2267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55555"/>
                </a:solidFill>
                <a:latin typeface="ABeeZee"/>
              </a:rPr>
              <a:t>The 'no-makeup' makeup trend is here to stay for 2030! This trend is all about enhancing your natural beauty with a few subtle touches. Think sheer lip tints, light coverage foundation, and a touch of bronzer for a sun-kissed glow.</a:t>
            </a:r>
          </a:p>
        </p:txBody>
      </p:sp>
      <p:pic>
        <p:nvPicPr>
          <p:cNvPr id="7" name="assets/68556271f5f5e3a4.jpg" descr="68556271f5f5e3a4.jpg"/>
          <p:cNvPicPr>
            <a:picLocks noChangeAspect="1"/>
          </p:cNvPicPr>
          <p:nvPr/>
        </p:nvPicPr>
        <p:blipFill>
          <a:blip r:embed="rId3"/>
          <a:srcRect t="16818" b="31234"/>
          <a:stretch>
            <a:fillRect/>
          </a:stretch>
        </p:blipFill>
        <p:spPr>
          <a:xfrm>
            <a:off x="5184648" y="1773936"/>
            <a:ext cx="4251960" cy="2761488"/>
          </a:xfrm>
          <a:prstGeom prst="rect">
            <a:avLst/>
          </a:prstGeom>
        </p:spPr>
      </p:pic>
      <p:sp>
        <p:nvSpPr>
          <p:cNvPr id="8" name="text_block_01"/>
          <p:cNvSpPr txBox="1"/>
          <p:nvPr/>
        </p:nvSpPr>
        <p:spPr>
          <a:xfrm>
            <a:off x="5184648" y="4782312"/>
            <a:ext cx="425196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League Spartan"/>
              </a:rPr>
              <a:t>Glitter Everywhere</a:t>
            </a:r>
          </a:p>
        </p:txBody>
      </p:sp>
      <p:sp>
        <p:nvSpPr>
          <p:cNvPr id="9" name="text_block_02"/>
          <p:cNvSpPr txBox="1"/>
          <p:nvPr/>
        </p:nvSpPr>
        <p:spPr>
          <a:xfrm>
            <a:off x="5184648" y="5486400"/>
            <a:ext cx="4251960" cy="2267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55555"/>
                </a:solidFill>
                <a:latin typeface="ABeeZee"/>
              </a:rPr>
              <a:t>Glitter is no longer just for special occasions – it's for every day! From glittery eyeshadow to sparkly highlighter, this trend is all about adding some sparkle to your look. Don't be afraid to shine!</a:t>
            </a:r>
          </a:p>
        </p:txBody>
      </p:sp>
      <p:pic>
        <p:nvPicPr>
          <p:cNvPr id="10" name="assets/9fd38d0d190a484c.jpg" descr="9fd38d0d190a484c.jpg"/>
          <p:cNvPicPr>
            <a:picLocks noChangeAspect="1"/>
          </p:cNvPicPr>
          <p:nvPr/>
        </p:nvPicPr>
        <p:blipFill>
          <a:blip r:embed="rId4"/>
          <a:srcRect t="19899" b="36955"/>
          <a:stretch>
            <a:fillRect/>
          </a:stretch>
        </p:blipFill>
        <p:spPr>
          <a:xfrm>
            <a:off x="9774936" y="1773936"/>
            <a:ext cx="4251960" cy="2761488"/>
          </a:xfrm>
          <a:prstGeom prst="rect">
            <a:avLst/>
          </a:prstGeom>
        </p:spPr>
      </p:pic>
      <p:sp>
        <p:nvSpPr>
          <p:cNvPr id="11" name="text_block_03"/>
          <p:cNvSpPr txBox="1"/>
          <p:nvPr/>
        </p:nvSpPr>
        <p:spPr>
          <a:xfrm>
            <a:off x="9774936" y="4782312"/>
            <a:ext cx="425196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League Spartan"/>
              </a:rPr>
              <a:t>Neon Lips</a:t>
            </a:r>
          </a:p>
        </p:txBody>
      </p:sp>
      <p:sp>
        <p:nvSpPr>
          <p:cNvPr id="12" name="text_block_04"/>
          <p:cNvSpPr txBox="1"/>
          <p:nvPr/>
        </p:nvSpPr>
        <p:spPr>
          <a:xfrm>
            <a:off x="9774936" y="5486400"/>
            <a:ext cx="4251960" cy="2267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55555"/>
                </a:solidFill>
                <a:latin typeface="ABeeZee"/>
              </a:rPr>
              <a:t>Neon lips are taking over for 2030! This trend is all about bright, bold colors that pop. Whether you prefer hot pinks or electric oranges, there's a neon shade for everyone.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12"/>
          <p:cNvSpPr txBox="1"/>
          <p:nvPr/>
        </p:nvSpPr>
        <p:spPr>
          <a:xfrm>
            <a:off x="594360" y="393192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6100" b="1">
                <a:solidFill>
                  <a:srgbClr val="000000"/>
                </a:solidFill>
                <a:latin typeface="League Spartan"/>
              </a:rPr>
              <a:t>skills.</a:t>
            </a:r>
          </a:p>
        </p:txBody>
      </p:sp>
      <p:sp>
        <p:nvSpPr>
          <p:cNvPr id="3" name="generated: header continuation rule"/>
          <p:cNvSpPr/>
          <p:nvPr/>
        </p:nvSpPr>
        <p:spPr>
          <a:xfrm>
            <a:off x="4572000" y="1042415"/>
            <a:ext cx="9464040" cy="41148"/>
          </a:xfrm>
          <a:prstGeom prst="rect">
            <a:avLst/>
          </a:prstGeom>
          <a:solidFill>
            <a:srgbClr val="F5B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assets/a9655c9022b43d8d.jpg" descr="a9655c9022b43d8d.jpg"/>
          <p:cNvPicPr>
            <a:picLocks noChangeAspect="1"/>
          </p:cNvPicPr>
          <p:nvPr/>
        </p:nvPicPr>
        <p:blipFill>
          <a:blip r:embed="rId2"/>
          <a:srcRect t="14103" b="14103"/>
          <a:stretch>
            <a:fillRect/>
          </a:stretch>
        </p:blipFill>
        <p:spPr>
          <a:xfrm>
            <a:off x="594360" y="1874519"/>
            <a:ext cx="2496312" cy="2688336"/>
          </a:xfrm>
          <a:prstGeom prst="rect">
            <a:avLst/>
          </a:prstGeom>
        </p:spPr>
      </p:pic>
      <p:sp>
        <p:nvSpPr>
          <p:cNvPr id="5" name="text_block_00"/>
          <p:cNvSpPr txBox="1"/>
          <p:nvPr/>
        </p:nvSpPr>
        <p:spPr>
          <a:xfrm>
            <a:off x="3364991" y="1892807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5BFCC"/>
                </a:solidFill>
                <a:latin typeface="League Spartan"/>
              </a:rPr>
              <a:t>01.</a:t>
            </a:r>
          </a:p>
        </p:txBody>
      </p:sp>
      <p:sp>
        <p:nvSpPr>
          <p:cNvPr id="6" name="text_block_04"/>
          <p:cNvSpPr txBox="1"/>
          <p:nvPr/>
        </p:nvSpPr>
        <p:spPr>
          <a:xfrm>
            <a:off x="3364991" y="2770632"/>
            <a:ext cx="349300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League Spartan"/>
              </a:rPr>
              <a:t>Content Creation</a:t>
            </a:r>
          </a:p>
        </p:txBody>
      </p:sp>
      <p:sp>
        <p:nvSpPr>
          <p:cNvPr id="7" name="text_block_05"/>
          <p:cNvSpPr txBox="1"/>
          <p:nvPr/>
        </p:nvSpPr>
        <p:spPr>
          <a:xfrm>
            <a:off x="3364991" y="3630168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ABeeZee"/>
              </a:rPr>
              <a:t>Elaborate on what you want to discuss. </a:t>
            </a:r>
          </a:p>
        </p:txBody>
      </p:sp>
      <p:pic>
        <p:nvPicPr>
          <p:cNvPr id="8" name="assets/e56f8a9e21509d6d.jpg" descr="e56f8a9e21509d6d.jpg"/>
          <p:cNvPicPr>
            <a:picLocks noChangeAspect="1"/>
          </p:cNvPicPr>
          <p:nvPr/>
        </p:nvPicPr>
        <p:blipFill>
          <a:blip r:embed="rId3"/>
          <a:srcRect l="19038" r="19038"/>
          <a:stretch>
            <a:fillRect/>
          </a:stretch>
        </p:blipFill>
        <p:spPr>
          <a:xfrm>
            <a:off x="7543800" y="1874519"/>
            <a:ext cx="2496312" cy="2688336"/>
          </a:xfrm>
          <a:prstGeom prst="rect">
            <a:avLst/>
          </a:prstGeom>
        </p:spPr>
      </p:pic>
      <p:sp>
        <p:nvSpPr>
          <p:cNvPr id="9" name="text_block_01"/>
          <p:cNvSpPr txBox="1"/>
          <p:nvPr/>
        </p:nvSpPr>
        <p:spPr>
          <a:xfrm>
            <a:off x="10314432" y="1892807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5BFCC"/>
                </a:solidFill>
                <a:latin typeface="League Spartan"/>
              </a:rPr>
              <a:t>02.</a:t>
            </a:r>
          </a:p>
        </p:txBody>
      </p:sp>
      <p:sp>
        <p:nvSpPr>
          <p:cNvPr id="10" name="text_block_09"/>
          <p:cNvSpPr txBox="1"/>
          <p:nvPr/>
        </p:nvSpPr>
        <p:spPr>
          <a:xfrm>
            <a:off x="10314432" y="2770632"/>
            <a:ext cx="349300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League Spartan"/>
              </a:rPr>
              <a:t>Photography</a:t>
            </a:r>
          </a:p>
        </p:txBody>
      </p:sp>
      <p:sp>
        <p:nvSpPr>
          <p:cNvPr id="11" name="text_block_06"/>
          <p:cNvSpPr txBox="1"/>
          <p:nvPr/>
        </p:nvSpPr>
        <p:spPr>
          <a:xfrm>
            <a:off x="10314432" y="3630168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ABeeZee"/>
              </a:rPr>
              <a:t>Elaborate on what you want to discuss. </a:t>
            </a:r>
          </a:p>
        </p:txBody>
      </p:sp>
      <p:pic>
        <p:nvPicPr>
          <p:cNvPr id="12" name="assets/05642e1536f497e6.png" descr="05642e1536f497e6.png"/>
          <p:cNvPicPr>
            <a:picLocks noChangeAspect="1"/>
          </p:cNvPicPr>
          <p:nvPr/>
        </p:nvPicPr>
        <p:blipFill>
          <a:blip r:embed="rId4"/>
          <a:srcRect l="3235" r="3235"/>
          <a:stretch>
            <a:fillRect/>
          </a:stretch>
        </p:blipFill>
        <p:spPr>
          <a:xfrm>
            <a:off x="594360" y="4992624"/>
            <a:ext cx="2496312" cy="2688336"/>
          </a:xfrm>
          <a:prstGeom prst="rect">
            <a:avLst/>
          </a:prstGeom>
        </p:spPr>
      </p:pic>
      <p:sp>
        <p:nvSpPr>
          <p:cNvPr id="13" name="text_block_02"/>
          <p:cNvSpPr txBox="1"/>
          <p:nvPr/>
        </p:nvSpPr>
        <p:spPr>
          <a:xfrm>
            <a:off x="3364991" y="501091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5BFCC"/>
                </a:solidFill>
                <a:latin typeface="League Spartan"/>
              </a:rPr>
              <a:t>03.</a:t>
            </a:r>
          </a:p>
        </p:txBody>
      </p:sp>
      <p:sp>
        <p:nvSpPr>
          <p:cNvPr id="14" name="text_block_10"/>
          <p:cNvSpPr txBox="1"/>
          <p:nvPr/>
        </p:nvSpPr>
        <p:spPr>
          <a:xfrm>
            <a:off x="3364991" y="5888736"/>
            <a:ext cx="349300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League Spartan"/>
              </a:rPr>
              <a:t>SMM</a:t>
            </a:r>
          </a:p>
        </p:txBody>
      </p:sp>
      <p:sp>
        <p:nvSpPr>
          <p:cNvPr id="15" name="text_block_07"/>
          <p:cNvSpPr txBox="1"/>
          <p:nvPr/>
        </p:nvSpPr>
        <p:spPr>
          <a:xfrm>
            <a:off x="3364991" y="674827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ABeeZee"/>
              </a:rPr>
              <a:t>Elaborate on what you want to discuss. </a:t>
            </a:r>
          </a:p>
        </p:txBody>
      </p:sp>
      <p:pic>
        <p:nvPicPr>
          <p:cNvPr id="16" name="assets/c7183ae5ee3d5964.jpg" descr="c7183ae5ee3d5964.jpg"/>
          <p:cNvPicPr>
            <a:picLocks noChangeAspect="1"/>
          </p:cNvPicPr>
          <p:nvPr/>
        </p:nvPicPr>
        <p:blipFill>
          <a:blip r:embed="rId5"/>
          <a:srcRect t="6914" b="6914"/>
          <a:stretch>
            <a:fillRect/>
          </a:stretch>
        </p:blipFill>
        <p:spPr>
          <a:xfrm>
            <a:off x="7543800" y="4992624"/>
            <a:ext cx="2496312" cy="2688336"/>
          </a:xfrm>
          <a:prstGeom prst="rect">
            <a:avLst/>
          </a:prstGeom>
        </p:spPr>
      </p:pic>
      <p:sp>
        <p:nvSpPr>
          <p:cNvPr id="17" name="text_block_03"/>
          <p:cNvSpPr txBox="1"/>
          <p:nvPr/>
        </p:nvSpPr>
        <p:spPr>
          <a:xfrm>
            <a:off x="10314432" y="501091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5BFCC"/>
                </a:solidFill>
                <a:latin typeface="League Spartan"/>
              </a:rPr>
              <a:t>04.</a:t>
            </a:r>
          </a:p>
        </p:txBody>
      </p:sp>
      <p:sp>
        <p:nvSpPr>
          <p:cNvPr id="18" name="text_block_11"/>
          <p:cNvSpPr txBox="1"/>
          <p:nvPr/>
        </p:nvSpPr>
        <p:spPr>
          <a:xfrm>
            <a:off x="10314432" y="5888736"/>
            <a:ext cx="349300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League Spartan"/>
              </a:rPr>
              <a:t>Skincare</a:t>
            </a:r>
          </a:p>
        </p:txBody>
      </p:sp>
      <p:sp>
        <p:nvSpPr>
          <p:cNvPr id="19" name="text_block_08"/>
          <p:cNvSpPr txBox="1"/>
          <p:nvPr/>
        </p:nvSpPr>
        <p:spPr>
          <a:xfrm>
            <a:off x="10314432" y="674827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ABeeZee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06"/>
          <p:cNvSpPr txBox="1"/>
          <p:nvPr/>
        </p:nvSpPr>
        <p:spPr>
          <a:xfrm>
            <a:off x="594360" y="393192"/>
            <a:ext cx="13441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6100" b="1">
                <a:solidFill>
                  <a:srgbClr val="000000"/>
                </a:solidFill>
                <a:latin typeface="League Spartan"/>
              </a:rPr>
              <a:t>experience.</a:t>
            </a:r>
          </a:p>
        </p:txBody>
      </p:sp>
      <p:pic>
        <p:nvPicPr>
          <p:cNvPr id="3" name="assets/2dbe01a890f7c1ab.jpg" descr="2dbe01a890f7c1ab.jpg"/>
          <p:cNvPicPr>
            <a:picLocks noChangeAspect="1"/>
          </p:cNvPicPr>
          <p:nvPr/>
        </p:nvPicPr>
        <p:blipFill>
          <a:blip r:embed="rId2"/>
          <a:srcRect l="8333" r="8333"/>
          <a:stretch>
            <a:fillRect/>
          </a:stretch>
        </p:blipFill>
        <p:spPr>
          <a:xfrm>
            <a:off x="594360" y="1874519"/>
            <a:ext cx="3200400" cy="5760720"/>
          </a:xfrm>
          <a:prstGeom prst="rect">
            <a:avLst/>
          </a:prstGeom>
        </p:spPr>
      </p:pic>
      <p:sp>
        <p:nvSpPr>
          <p:cNvPr id="4" name="generated: ledger opening rule"/>
          <p:cNvSpPr/>
          <p:nvPr/>
        </p:nvSpPr>
        <p:spPr>
          <a:xfrm>
            <a:off x="4389120" y="1883664"/>
            <a:ext cx="9646920" cy="64008"/>
          </a:xfrm>
          <a:prstGeom prst="rect">
            <a:avLst/>
          </a:prstGeom>
          <a:solidFill>
            <a:srgbClr val="F5B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_block_00"/>
          <p:cNvSpPr txBox="1"/>
          <p:nvPr/>
        </p:nvSpPr>
        <p:spPr>
          <a:xfrm>
            <a:off x="4434840" y="2240280"/>
            <a:ext cx="57150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555"/>
                </a:solidFill>
                <a:latin typeface="ABeeZee"/>
              </a:rPr>
              <a:t>2025-2027</a:t>
            </a:r>
          </a:p>
        </p:txBody>
      </p:sp>
      <p:sp>
        <p:nvSpPr>
          <p:cNvPr id="6" name="text_block_03"/>
          <p:cNvSpPr txBox="1"/>
          <p:nvPr/>
        </p:nvSpPr>
        <p:spPr>
          <a:xfrm>
            <a:off x="4434840" y="2724912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League Spartan"/>
              </a:rPr>
              <a:t>Borcelle, 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League Spartan"/>
              </a:rPr>
              <a:t>Social Media Manager</a:t>
            </a:r>
          </a:p>
        </p:txBody>
      </p:sp>
      <p:sp>
        <p:nvSpPr>
          <p:cNvPr id="7" name="generated: ledger separator"/>
          <p:cNvSpPr/>
          <p:nvPr/>
        </p:nvSpPr>
        <p:spPr>
          <a:xfrm>
            <a:off x="4389120" y="3794760"/>
            <a:ext cx="9646920" cy="16459"/>
          </a:xfrm>
          <a:prstGeom prst="rect">
            <a:avLst/>
          </a:prstGeom>
          <a:solidFill>
            <a:srgbClr val="F5B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_block_01"/>
          <p:cNvSpPr txBox="1"/>
          <p:nvPr/>
        </p:nvSpPr>
        <p:spPr>
          <a:xfrm>
            <a:off x="4434840" y="4215384"/>
            <a:ext cx="57150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555"/>
                </a:solidFill>
                <a:latin typeface="ABeeZee"/>
              </a:rPr>
              <a:t>2027-2028</a:t>
            </a:r>
          </a:p>
        </p:txBody>
      </p:sp>
      <p:sp>
        <p:nvSpPr>
          <p:cNvPr id="9" name="text_block_04"/>
          <p:cNvSpPr txBox="1"/>
          <p:nvPr/>
        </p:nvSpPr>
        <p:spPr>
          <a:xfrm>
            <a:off x="4434840" y="4700016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League Spartan"/>
              </a:rPr>
              <a:t>Giggling Platypus Co., Brand Ambassador</a:t>
            </a:r>
          </a:p>
        </p:txBody>
      </p:sp>
      <p:sp>
        <p:nvSpPr>
          <p:cNvPr id="10" name="generated: ledger separator"/>
          <p:cNvSpPr/>
          <p:nvPr/>
        </p:nvSpPr>
        <p:spPr>
          <a:xfrm>
            <a:off x="4389120" y="5769864"/>
            <a:ext cx="9646920" cy="16459"/>
          </a:xfrm>
          <a:prstGeom prst="rect">
            <a:avLst/>
          </a:prstGeom>
          <a:solidFill>
            <a:srgbClr val="F5B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_block_02"/>
          <p:cNvSpPr txBox="1"/>
          <p:nvPr/>
        </p:nvSpPr>
        <p:spPr>
          <a:xfrm>
            <a:off x="4434840" y="6144768"/>
            <a:ext cx="57150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555"/>
                </a:solidFill>
                <a:latin typeface="ABeeZee"/>
              </a:rPr>
              <a:t>2028-present</a:t>
            </a:r>
          </a:p>
        </p:txBody>
      </p:sp>
      <p:sp>
        <p:nvSpPr>
          <p:cNvPr id="12" name="text_block_05"/>
          <p:cNvSpPr txBox="1"/>
          <p:nvPr/>
        </p:nvSpPr>
        <p:spPr>
          <a:xfrm>
            <a:off x="4434840" y="6629400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League Spartan"/>
              </a:rPr>
              <a:t>Thynk Unlimited, 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League Spartan"/>
              </a:rPr>
              <a:t>Beauty Vlogger</a:t>
            </a:r>
          </a:p>
        </p:txBody>
      </p:sp>
      <p:pic>
        <p:nvPicPr>
          <p:cNvPr id="13" name="assets/7482521cc73f0d8c.jpg" descr="7482521cc73f0d8c.jpg"/>
          <p:cNvPicPr>
            <a:picLocks noChangeAspect="1"/>
          </p:cNvPicPr>
          <p:nvPr/>
        </p:nvPicPr>
        <p:blipFill>
          <a:blip r:embed="rId3"/>
          <a:srcRect t="12485" b="12485"/>
          <a:stretch>
            <a:fillRect/>
          </a:stretch>
        </p:blipFill>
        <p:spPr>
          <a:xfrm>
            <a:off x="10927080" y="4215384"/>
            <a:ext cx="3108960" cy="1554480"/>
          </a:xfrm>
          <a:prstGeom prst="rect">
            <a:avLst/>
          </a:prstGeom>
        </p:spPr>
      </p:pic>
      <p:pic>
        <p:nvPicPr>
          <p:cNvPr id="14" name="assets/cf12e5869a010bd4.jpg" descr="cf12e5869a010bd4.jpg"/>
          <p:cNvPicPr>
            <a:picLocks noChangeAspect="1"/>
          </p:cNvPicPr>
          <p:nvPr/>
        </p:nvPicPr>
        <p:blipFill>
          <a:blip r:embed="rId4"/>
          <a:srcRect t="12542" b="12542"/>
          <a:stretch>
            <a:fillRect/>
          </a:stretch>
        </p:blipFill>
        <p:spPr>
          <a:xfrm>
            <a:off x="10927080" y="6144768"/>
            <a:ext cx="310896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01"/>
          <p:cNvSpPr txBox="1"/>
          <p:nvPr/>
        </p:nvSpPr>
        <p:spPr>
          <a:xfrm>
            <a:off x="594360" y="393192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6100" b="1">
                <a:solidFill>
                  <a:srgbClr val="000000"/>
                </a:solidFill>
                <a:latin typeface="League Spartan"/>
              </a:rPr>
              <a:t>gallery image.</a:t>
            </a:r>
          </a:p>
        </p:txBody>
      </p:sp>
      <p:sp>
        <p:nvSpPr>
          <p:cNvPr id="3" name="text_block_00"/>
          <p:cNvSpPr txBox="1"/>
          <p:nvPr/>
        </p:nvSpPr>
        <p:spPr>
          <a:xfrm>
            <a:off x="9555480" y="530352"/>
            <a:ext cx="4480560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555"/>
                </a:solidFill>
                <a:latin typeface="ABeeZee"/>
              </a:rPr>
              <a:t>What can you say about your projects? Share it here!</a:t>
            </a:r>
          </a:p>
        </p:txBody>
      </p:sp>
      <p:sp>
        <p:nvSpPr>
          <p:cNvPr id="4" name="generated: gallery header rule"/>
          <p:cNvSpPr/>
          <p:nvPr/>
        </p:nvSpPr>
        <p:spPr>
          <a:xfrm>
            <a:off x="594360" y="1499616"/>
            <a:ext cx="13441680" cy="41148"/>
          </a:xfrm>
          <a:prstGeom prst="rect">
            <a:avLst/>
          </a:prstGeom>
          <a:solidFill>
            <a:srgbClr val="F5B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ssets/0f04349a0b292c77.jpg" descr="0f04349a0b292c77.jpg"/>
          <p:cNvPicPr>
            <a:picLocks noChangeAspect="1"/>
          </p:cNvPicPr>
          <p:nvPr/>
        </p:nvPicPr>
        <p:blipFill>
          <a:blip r:embed="rId2"/>
          <a:srcRect t="9836" b="10656"/>
          <a:stretch>
            <a:fillRect/>
          </a:stretch>
        </p:blipFill>
        <p:spPr>
          <a:xfrm>
            <a:off x="594360" y="1874519"/>
            <a:ext cx="5166360" cy="2743200"/>
          </a:xfrm>
          <a:prstGeom prst="rect">
            <a:avLst/>
          </a:prstGeom>
        </p:spPr>
      </p:pic>
      <p:pic>
        <p:nvPicPr>
          <p:cNvPr id="6" name="assets/256ffb97f2d0eafa.jpg" descr="256ffb97f2d0eafa.jpg"/>
          <p:cNvPicPr>
            <a:picLocks noChangeAspect="1"/>
          </p:cNvPicPr>
          <p:nvPr/>
        </p:nvPicPr>
        <p:blipFill>
          <a:blip r:embed="rId3"/>
          <a:srcRect t="9138" b="7476"/>
          <a:stretch>
            <a:fillRect/>
          </a:stretch>
        </p:blipFill>
        <p:spPr>
          <a:xfrm>
            <a:off x="594360" y="4809744"/>
            <a:ext cx="5166360" cy="2871216"/>
          </a:xfrm>
          <a:prstGeom prst="rect">
            <a:avLst/>
          </a:prstGeom>
        </p:spPr>
      </p:pic>
      <p:pic>
        <p:nvPicPr>
          <p:cNvPr id="7" name="assets/83895906235a6ca1.jpg" descr="83895906235a6ca1.jpg"/>
          <p:cNvPicPr>
            <a:picLocks noChangeAspect="1"/>
          </p:cNvPicPr>
          <p:nvPr/>
        </p:nvPicPr>
        <p:blipFill>
          <a:blip r:embed="rId4"/>
          <a:srcRect l="28727" r="23504"/>
          <a:stretch>
            <a:fillRect/>
          </a:stretch>
        </p:blipFill>
        <p:spPr>
          <a:xfrm>
            <a:off x="5961888" y="1874519"/>
            <a:ext cx="4160520" cy="5806440"/>
          </a:xfrm>
          <a:prstGeom prst="rect">
            <a:avLst/>
          </a:prstGeom>
        </p:spPr>
      </p:pic>
      <p:pic>
        <p:nvPicPr>
          <p:cNvPr id="8" name="assets/adc489c35e98a997.jpg" descr="adc489c35e98a997.jpg"/>
          <p:cNvPicPr>
            <a:picLocks noChangeAspect="1"/>
          </p:cNvPicPr>
          <p:nvPr/>
        </p:nvPicPr>
        <p:blipFill>
          <a:blip r:embed="rId5"/>
          <a:srcRect l="2070" r="2070"/>
          <a:stretch>
            <a:fillRect/>
          </a:stretch>
        </p:blipFill>
        <p:spPr>
          <a:xfrm>
            <a:off x="10323576" y="1874519"/>
            <a:ext cx="3712463" cy="5806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