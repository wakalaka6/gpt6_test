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_1_perimeter frame"/>
          <p:cNvSpPr/>
          <p:nvPr/>
        </p:nvSpPr>
        <p:spPr>
          <a:xfrm>
            <a:off x="320040" y="320040"/>
            <a:ext cx="11551889" cy="6217920"/>
          </a:xfrm>
          <a:prstGeom prst="rect">
            <a:avLst/>
          </a:prstGeom>
          <a:noFill/>
          <a:ln w="7620">
            <a:solidFill>
              <a:srgbClr val="5C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urce_text_0"/>
          <p:cNvSpPr txBox="1"/>
          <p:nvPr/>
        </p:nvSpPr>
        <p:spPr>
          <a:xfrm>
            <a:off x="2331720" y="2240280"/>
            <a:ext cx="7543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0">
                <a:solidFill>
                  <a:srgbClr val="FF8DE7"/>
                </a:solidFill>
                <a:latin typeface="Parisienne"/>
              </a:rPr>
              <a:t>Newsletter</a:t>
            </a:r>
          </a:p>
        </p:txBody>
      </p:sp>
      <p:sp>
        <p:nvSpPr>
          <p:cNvPr id="4" name="source_text_1"/>
          <p:cNvSpPr txBox="1"/>
          <p:nvPr/>
        </p:nvSpPr>
        <p:spPr>
          <a:xfrm>
            <a:off x="4114800" y="3767328"/>
            <a:ext cx="39776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C4FFFC"/>
                </a:solidFill>
                <a:latin typeface="Nunito"/>
              </a:rPr>
              <a:t>RETRO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C4FFFC"/>
                </a:solidFill>
                <a:latin typeface="Nunito"/>
              </a:rPr>
              <a:t>POSTING SIGNS</a:t>
            </a:r>
          </a:p>
        </p:txBody>
      </p:sp>
      <p:pic>
        <p:nvPicPr>
          <p:cNvPr id="5" name="source_asset_0_351cae192e569aac" descr="351cae192e569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31520"/>
            <a:ext cx="777240" cy="1236921"/>
          </a:xfrm>
          <a:prstGeom prst="rect">
            <a:avLst/>
          </a:prstGeom>
        </p:spPr>
      </p:pic>
      <p:pic>
        <p:nvPicPr>
          <p:cNvPr id="6" name="source_asset_1_4dc57406656d83de" descr="4dc57406656d83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731520"/>
            <a:ext cx="2560320" cy="1016597"/>
          </a:xfrm>
          <a:prstGeom prst="rect">
            <a:avLst/>
          </a:prstGeom>
        </p:spPr>
      </p:pic>
      <p:pic>
        <p:nvPicPr>
          <p:cNvPr id="7" name="source_asset_2_5d02bd31047636b3" descr="5d02bd31047636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667512"/>
            <a:ext cx="3474720" cy="923453"/>
          </a:xfrm>
          <a:prstGeom prst="rect">
            <a:avLst/>
          </a:prstGeom>
        </p:spPr>
      </p:pic>
      <p:pic>
        <p:nvPicPr>
          <p:cNvPr id="8" name="source_asset_3_6ede348c3852b1a5" descr="6ede348c3852b1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2578608"/>
            <a:ext cx="420624" cy="1458163"/>
          </a:xfrm>
          <a:prstGeom prst="rect">
            <a:avLst/>
          </a:prstGeom>
        </p:spPr>
      </p:pic>
      <p:pic>
        <p:nvPicPr>
          <p:cNvPr id="9" name="source_asset_4_72a1ba89bd501645" descr="72a1ba89bd5016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51960"/>
            <a:ext cx="2240280" cy="1945411"/>
          </a:xfrm>
          <a:prstGeom prst="rect">
            <a:avLst/>
          </a:prstGeom>
        </p:spPr>
      </p:pic>
      <p:pic>
        <p:nvPicPr>
          <p:cNvPr id="10" name="source_asset_5_760d52728be771dd" descr="760d52728be771d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1234440"/>
            <a:ext cx="310896" cy="1011395"/>
          </a:xfrm>
          <a:prstGeom prst="rect">
            <a:avLst/>
          </a:prstGeom>
        </p:spPr>
      </p:pic>
      <p:pic>
        <p:nvPicPr>
          <p:cNvPr id="11" name="source_asset_6_b36b847cdcd1c1b2" descr="b36b847cdcd1c1b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432" y="4343400"/>
            <a:ext cx="1691640" cy="1545448"/>
          </a:xfrm>
          <a:prstGeom prst="rect">
            <a:avLst/>
          </a:prstGeom>
        </p:spPr>
      </p:pic>
      <p:pic>
        <p:nvPicPr>
          <p:cNvPr id="12" name="source_asset_7_e4e96eafef919c7a" descr="e4e96eafef919c7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5230368"/>
            <a:ext cx="2286000" cy="1199625"/>
          </a:xfrm>
          <a:prstGeom prst="rect">
            <a:avLst/>
          </a:prstGeom>
        </p:spPr>
      </p:pic>
      <p:pic>
        <p:nvPicPr>
          <p:cNvPr id="13" name="source_asset_8_eac1eb85a617e488" descr="eac1eb85a617e48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7320" y="2496312"/>
            <a:ext cx="685800" cy="11190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_1_title accent"/>
          <p:cNvSpPr/>
          <p:nvPr/>
        </p:nvSpPr>
        <p:spPr>
          <a:xfrm>
            <a:off x="658368" y="640080"/>
            <a:ext cx="118872" cy="204825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urce_text_2"/>
          <p:cNvSpPr txBox="1"/>
          <p:nvPr/>
        </p:nvSpPr>
        <p:spPr>
          <a:xfrm>
            <a:off x="960120" y="585216"/>
            <a:ext cx="39319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5100" b="1">
                <a:solidFill>
                  <a:srgbClr val="FF8DE7"/>
                </a:solidFill>
                <a:latin typeface="Nunito"/>
              </a:rPr>
              <a:t>OUR</a:t>
            </a:r>
          </a:p>
          <a:p>
            <a:pPr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5100" b="1">
                <a:solidFill>
                  <a:srgbClr val="FF8DE7"/>
                </a:solidFill>
                <a:latin typeface="Nunito"/>
              </a:rPr>
              <a:t>COMPANY</a:t>
            </a:r>
          </a:p>
        </p:txBody>
      </p:sp>
      <p:sp>
        <p:nvSpPr>
          <p:cNvPr id="4" name="generated_2_column divider"/>
          <p:cNvSpPr/>
          <p:nvPr/>
        </p:nvSpPr>
        <p:spPr>
          <a:xfrm>
            <a:off x="5230368" y="731520"/>
            <a:ext cx="14630" cy="5440680"/>
          </a:xfrm>
          <a:prstGeom prst="rect">
            <a:avLst/>
          </a:prstGeom>
          <a:solidFill>
            <a:srgbClr val="5C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_text_4"/>
          <p:cNvSpPr txBox="1"/>
          <p:nvPr/>
        </p:nvSpPr>
        <p:spPr>
          <a:xfrm>
            <a:off x="5715000" y="141732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200"/>
                </a:solidFill>
                <a:latin typeface="Nunito"/>
              </a:rPr>
              <a:t>Who we are?</a:t>
            </a:r>
          </a:p>
        </p:txBody>
      </p:sp>
      <p:sp>
        <p:nvSpPr>
          <p:cNvPr id="6" name="source_text_0"/>
          <p:cNvSpPr txBox="1"/>
          <p:nvPr/>
        </p:nvSpPr>
        <p:spPr>
          <a:xfrm>
            <a:off x="5715000" y="2194560"/>
            <a:ext cx="4069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4FFFC"/>
                </a:solidFill>
                <a:latin typeface="Nunito"/>
              </a:rPr>
              <a:t>Briefly elaborate 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4FFFC"/>
                </a:solidFill>
                <a:latin typeface="Nunito"/>
              </a:rPr>
              <a:t>what you want to discuss. </a:t>
            </a:r>
          </a:p>
        </p:txBody>
      </p:sp>
      <p:sp>
        <p:nvSpPr>
          <p:cNvPr id="7" name="source_text_3"/>
          <p:cNvSpPr txBox="1"/>
          <p:nvPr/>
        </p:nvSpPr>
        <p:spPr>
          <a:xfrm>
            <a:off x="5715000" y="3858768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8DE7"/>
                </a:solidFill>
                <a:latin typeface="Nunito"/>
              </a:rPr>
              <a:t>What we do?</a:t>
            </a:r>
          </a:p>
        </p:txBody>
      </p:sp>
      <p:sp>
        <p:nvSpPr>
          <p:cNvPr id="8" name="source_text_1"/>
          <p:cNvSpPr txBox="1"/>
          <p:nvPr/>
        </p:nvSpPr>
        <p:spPr>
          <a:xfrm>
            <a:off x="5715000" y="4636008"/>
            <a:ext cx="4069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4FFFC"/>
                </a:solidFill>
                <a:latin typeface="Nunito"/>
              </a:rPr>
              <a:t>Briefly elaborate 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4FFFC"/>
                </a:solidFill>
                <a:latin typeface="Nunito"/>
              </a:rPr>
              <a:t>what you want to discuss. </a:t>
            </a:r>
          </a:p>
        </p:txBody>
      </p:sp>
      <p:sp>
        <p:nvSpPr>
          <p:cNvPr id="9" name="generated_3_section divider"/>
          <p:cNvSpPr/>
          <p:nvPr/>
        </p:nvSpPr>
        <p:spPr>
          <a:xfrm>
            <a:off x="5715000" y="3337560"/>
            <a:ext cx="5440680" cy="12801"/>
          </a:xfrm>
          <a:prstGeom prst="rect">
            <a:avLst/>
          </a:prstGeom>
          <a:solidFill>
            <a:srgbClr val="5C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_asset_0_4d2518f2f4a069a5" descr="4d2518f2f4a06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73552"/>
            <a:ext cx="3035808" cy="2897816"/>
          </a:xfrm>
          <a:prstGeom prst="rect">
            <a:avLst/>
          </a:prstGeom>
        </p:spPr>
      </p:pic>
      <p:pic>
        <p:nvPicPr>
          <p:cNvPr id="11" name="source_asset_1_57374e0cc0e40f41" descr="57374e0cc0e40f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922776"/>
            <a:ext cx="950976" cy="1401639"/>
          </a:xfrm>
          <a:prstGeom prst="rect">
            <a:avLst/>
          </a:prstGeom>
        </p:spPr>
      </p:pic>
      <p:pic>
        <p:nvPicPr>
          <p:cNvPr id="12" name="source_asset_2_b366f169bc4b509e" descr="b366f169bc4b50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1408176"/>
            <a:ext cx="1417320" cy="1491098"/>
          </a:xfrm>
          <a:prstGeom prst="rect">
            <a:avLst/>
          </a:prstGeom>
        </p:spPr>
      </p:pic>
      <p:pic>
        <p:nvPicPr>
          <p:cNvPr id="13" name="source_asset_3_e9588e428eccebf0" descr="e9588e428ecceb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4" y="4123944"/>
            <a:ext cx="1143000" cy="14878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3"/>
          <p:cNvSpPr txBox="1"/>
          <p:nvPr/>
        </p:nvSpPr>
        <p:spPr>
          <a:xfrm>
            <a:off x="640080" y="50292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8DE7"/>
                </a:solidFill>
                <a:latin typeface="Nunito"/>
              </a:rPr>
              <a:t>ADD A TIMELINE PAGE</a:t>
            </a:r>
          </a:p>
        </p:txBody>
      </p:sp>
      <p:pic>
        <p:nvPicPr>
          <p:cNvPr id="3" name="source_asset_2_b85b655b0ba24819" descr="b85b655b0ba24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365760"/>
            <a:ext cx="2468880" cy="1172199"/>
          </a:xfrm>
          <a:prstGeom prst="rect">
            <a:avLst/>
          </a:prstGeom>
        </p:spPr>
      </p:pic>
      <p:sp>
        <p:nvSpPr>
          <p:cNvPr id="4" name="generated_1_timeline connector"/>
          <p:cNvSpPr/>
          <p:nvPr/>
        </p:nvSpPr>
        <p:spPr>
          <a:xfrm>
            <a:off x="786384" y="1847088"/>
            <a:ext cx="10616184" cy="20116"/>
          </a:xfrm>
          <a:prstGeom prst="rect">
            <a:avLst/>
          </a:prstGeom>
          <a:solidFill>
            <a:srgbClr val="5C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nerated_2_timeline station 1"/>
          <p:cNvSpPr/>
          <p:nvPr/>
        </p:nvSpPr>
        <p:spPr>
          <a:xfrm>
            <a:off x="594360" y="2313432"/>
            <a:ext cx="3337560" cy="3886200"/>
          </a:xfrm>
          <a:prstGeom prst="rect">
            <a:avLst/>
          </a:prstGeom>
          <a:noFill/>
          <a:ln w="12700">
            <a:solidFill>
              <a:srgbClr val="5C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enerated_3_timeline marker 1"/>
          <p:cNvSpPr/>
          <p:nvPr/>
        </p:nvSpPr>
        <p:spPr>
          <a:xfrm>
            <a:off x="731520" y="1755648"/>
            <a:ext cx="201168" cy="201168"/>
          </a:xfrm>
          <a:prstGeom prst="ellipse">
            <a:avLst/>
          </a:prstGeom>
          <a:solidFill>
            <a:srgbClr val="5C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_text_0"/>
          <p:cNvSpPr txBox="1"/>
          <p:nvPr/>
        </p:nvSpPr>
        <p:spPr>
          <a:xfrm>
            <a:off x="841248" y="2578608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5CFFF7"/>
                </a:solidFill>
                <a:latin typeface="Nunito"/>
              </a:rPr>
              <a:t>2021</a:t>
            </a:r>
          </a:p>
        </p:txBody>
      </p:sp>
      <p:sp>
        <p:nvSpPr>
          <p:cNvPr id="8" name="source_text_4"/>
          <p:cNvSpPr txBox="1"/>
          <p:nvPr/>
        </p:nvSpPr>
        <p:spPr>
          <a:xfrm>
            <a:off x="841248" y="3520440"/>
            <a:ext cx="2788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FFFC"/>
                </a:solidFill>
                <a:latin typeface="Nunito"/>
              </a:rPr>
              <a:t>Add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FFFC"/>
                </a:solidFill>
                <a:latin typeface="Nunito"/>
              </a:rPr>
              <a:t>main point</a:t>
            </a:r>
          </a:p>
        </p:txBody>
      </p:sp>
      <p:sp>
        <p:nvSpPr>
          <p:cNvPr id="9" name="source_text_7"/>
          <p:cNvSpPr txBox="1"/>
          <p:nvPr/>
        </p:nvSpPr>
        <p:spPr>
          <a:xfrm>
            <a:off x="841248" y="5047488"/>
            <a:ext cx="286207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4FFFC"/>
                </a:solidFill>
                <a:latin typeface="Nunito"/>
              </a:rPr>
              <a:t>Briefly elaborate on what you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4FFFC"/>
                </a:solidFill>
                <a:latin typeface="Nunito"/>
              </a:rPr>
              <a:t>want to discuss. </a:t>
            </a:r>
          </a:p>
        </p:txBody>
      </p:sp>
      <p:sp>
        <p:nvSpPr>
          <p:cNvPr id="10" name="generated_4_timeline station 2"/>
          <p:cNvSpPr/>
          <p:nvPr/>
        </p:nvSpPr>
        <p:spPr>
          <a:xfrm>
            <a:off x="4425696" y="2313432"/>
            <a:ext cx="3337560" cy="3886200"/>
          </a:xfrm>
          <a:prstGeom prst="rect">
            <a:avLst/>
          </a:prstGeom>
          <a:noFill/>
          <a:ln w="12700">
            <a:solidFill>
              <a:srgbClr val="FF8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enerated_5_timeline marker 2"/>
          <p:cNvSpPr/>
          <p:nvPr/>
        </p:nvSpPr>
        <p:spPr>
          <a:xfrm>
            <a:off x="4562856" y="1755648"/>
            <a:ext cx="201168" cy="201168"/>
          </a:xfrm>
          <a:prstGeom prst="ellipse">
            <a:avLst/>
          </a:prstGeom>
          <a:solidFill>
            <a:srgbClr val="FF8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urce_text_1"/>
          <p:cNvSpPr txBox="1"/>
          <p:nvPr/>
        </p:nvSpPr>
        <p:spPr>
          <a:xfrm>
            <a:off x="4672583" y="2578608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8DE7"/>
                </a:solidFill>
                <a:latin typeface="Nunito"/>
              </a:rPr>
              <a:t>2022</a:t>
            </a:r>
          </a:p>
        </p:txBody>
      </p:sp>
      <p:sp>
        <p:nvSpPr>
          <p:cNvPr id="13" name="source_text_5"/>
          <p:cNvSpPr txBox="1"/>
          <p:nvPr/>
        </p:nvSpPr>
        <p:spPr>
          <a:xfrm>
            <a:off x="4672583" y="3520440"/>
            <a:ext cx="2788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FFFC"/>
                </a:solidFill>
                <a:latin typeface="Nunito"/>
              </a:rPr>
              <a:t>Add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FFFC"/>
                </a:solidFill>
                <a:latin typeface="Nunito"/>
              </a:rPr>
              <a:t>main point</a:t>
            </a:r>
          </a:p>
        </p:txBody>
      </p:sp>
      <p:sp>
        <p:nvSpPr>
          <p:cNvPr id="14" name="source_text_8"/>
          <p:cNvSpPr txBox="1"/>
          <p:nvPr/>
        </p:nvSpPr>
        <p:spPr>
          <a:xfrm>
            <a:off x="4672583" y="5047488"/>
            <a:ext cx="286207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4FFFC"/>
                </a:solidFill>
                <a:latin typeface="Nunito"/>
              </a:rPr>
              <a:t>Briefly elaborate on what you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4FFFC"/>
                </a:solidFill>
                <a:latin typeface="Nunito"/>
              </a:rPr>
              <a:t>want to discuss. </a:t>
            </a:r>
          </a:p>
        </p:txBody>
      </p:sp>
      <p:sp>
        <p:nvSpPr>
          <p:cNvPr id="15" name="generated_6_timeline station 3"/>
          <p:cNvSpPr/>
          <p:nvPr/>
        </p:nvSpPr>
        <p:spPr>
          <a:xfrm>
            <a:off x="8257031" y="2313432"/>
            <a:ext cx="3337560" cy="3886200"/>
          </a:xfrm>
          <a:prstGeom prst="rect">
            <a:avLst/>
          </a:prstGeom>
          <a:noFill/>
          <a:ln w="12700">
            <a:solidFill>
              <a:srgbClr val="FFF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enerated_7_timeline marker 3"/>
          <p:cNvSpPr/>
          <p:nvPr/>
        </p:nvSpPr>
        <p:spPr>
          <a:xfrm>
            <a:off x="8394192" y="1755648"/>
            <a:ext cx="201168" cy="201168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ource_text_2"/>
          <p:cNvSpPr txBox="1"/>
          <p:nvPr/>
        </p:nvSpPr>
        <p:spPr>
          <a:xfrm>
            <a:off x="8503919" y="2578608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200"/>
                </a:solidFill>
                <a:latin typeface="Nunito"/>
              </a:rPr>
              <a:t>2023</a:t>
            </a:r>
          </a:p>
        </p:txBody>
      </p:sp>
      <p:sp>
        <p:nvSpPr>
          <p:cNvPr id="18" name="source_text_6"/>
          <p:cNvSpPr txBox="1"/>
          <p:nvPr/>
        </p:nvSpPr>
        <p:spPr>
          <a:xfrm>
            <a:off x="8503919" y="3520440"/>
            <a:ext cx="27889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FFFC"/>
                </a:solidFill>
                <a:latin typeface="Nunito"/>
              </a:rPr>
              <a:t>Add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FFFC"/>
                </a:solidFill>
                <a:latin typeface="Nunito"/>
              </a:rPr>
              <a:t>main point</a:t>
            </a:r>
          </a:p>
        </p:txBody>
      </p:sp>
      <p:sp>
        <p:nvSpPr>
          <p:cNvPr id="19" name="source_text_9"/>
          <p:cNvSpPr txBox="1"/>
          <p:nvPr/>
        </p:nvSpPr>
        <p:spPr>
          <a:xfrm>
            <a:off x="8503919" y="5047488"/>
            <a:ext cx="286207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4FFFC"/>
                </a:solidFill>
                <a:latin typeface="Nunito"/>
              </a:rPr>
              <a:t>Briefly elaborate on what you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4FFFC"/>
                </a:solidFill>
                <a:latin typeface="Nunito"/>
              </a:rPr>
              <a:t>want to discuss. </a:t>
            </a:r>
          </a:p>
        </p:txBody>
      </p:sp>
      <p:pic>
        <p:nvPicPr>
          <p:cNvPr id="20" name="source_asset_1_8c04214c553b1e56" descr="8c04214c553b1e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2596896"/>
            <a:ext cx="877824" cy="811420"/>
          </a:xfrm>
          <a:prstGeom prst="rect">
            <a:avLst/>
          </a:prstGeom>
        </p:spPr>
      </p:pic>
      <p:pic>
        <p:nvPicPr>
          <p:cNvPr id="21" name="source_asset_0_760d52728be771dd" descr="760d52728be771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2569464"/>
            <a:ext cx="210312" cy="684179"/>
          </a:xfrm>
          <a:prstGeom prst="rect">
            <a:avLst/>
          </a:prstGeom>
        </p:spPr>
      </p:pic>
      <p:pic>
        <p:nvPicPr>
          <p:cNvPr id="22" name="source_asset_3_e17bd64f119b0016" descr="e17bd64f119b0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2587752"/>
            <a:ext cx="1024128" cy="5785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2"/>
          <p:cNvSpPr txBox="1"/>
          <p:nvPr/>
        </p:nvSpPr>
        <p:spPr>
          <a:xfrm>
            <a:off x="685800" y="512064"/>
            <a:ext cx="107899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8DE7"/>
                </a:solidFill>
                <a:latin typeface="Nunito"/>
              </a:rPr>
              <a:t>YOUR PROJECT</a:t>
            </a:r>
          </a:p>
        </p:txBody>
      </p:sp>
      <p:sp>
        <p:nvSpPr>
          <p:cNvPr id="3" name="generated_1_project heading underline"/>
          <p:cNvSpPr/>
          <p:nvPr/>
        </p:nvSpPr>
        <p:spPr>
          <a:xfrm>
            <a:off x="704088" y="1499616"/>
            <a:ext cx="4544568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ource_text_0"/>
          <p:cNvSpPr txBox="1"/>
          <p:nvPr/>
        </p:nvSpPr>
        <p:spPr>
          <a:xfrm>
            <a:off x="704088" y="1865376"/>
            <a:ext cx="4617720" cy="3310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4FFFC"/>
                </a:solidFill>
                <a:latin typeface="Nunito"/>
              </a:rPr>
              <a:t>Presentations are communication tools that can be used as demonstrations, lectures, speeches, reports, and more. It is mostly presented before an audience. It serves a variety of purposes, making presentations powerful tools for convincing and teaching.</a:t>
            </a:r>
          </a:p>
        </p:txBody>
      </p:sp>
      <p:sp>
        <p:nvSpPr>
          <p:cNvPr id="5" name="source_text_1"/>
          <p:cNvSpPr txBox="1"/>
          <p:nvPr/>
        </p:nvSpPr>
        <p:spPr>
          <a:xfrm>
            <a:off x="704088" y="5504688"/>
            <a:ext cx="46634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200"/>
                </a:solidFill>
                <a:latin typeface="Nunito"/>
              </a:rPr>
              <a:t>YEAR: 2022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200"/>
                </a:solidFill>
                <a:latin typeface="Nunito"/>
              </a:rPr>
              <a:t>ROLE: WRITE YOUR ROLE</a:t>
            </a:r>
          </a:p>
        </p:txBody>
      </p:sp>
      <p:sp>
        <p:nvSpPr>
          <p:cNvPr id="6" name="generated_2_neon display frame"/>
          <p:cNvSpPr/>
          <p:nvPr/>
        </p:nvSpPr>
        <p:spPr>
          <a:xfrm>
            <a:off x="5715000" y="1463040"/>
            <a:ext cx="5833872" cy="4892040"/>
          </a:xfrm>
          <a:prstGeom prst="rect">
            <a:avLst/>
          </a:prstGeom>
          <a:noFill/>
          <a:ln w="9525">
            <a:solidFill>
              <a:srgbClr val="5CF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_asset_0_0de859fed85b9d7f" descr="0de859fed85b9d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728216"/>
            <a:ext cx="1536192" cy="1519849"/>
          </a:xfrm>
          <a:prstGeom prst="rect">
            <a:avLst/>
          </a:prstGeom>
        </p:spPr>
      </p:pic>
      <p:pic>
        <p:nvPicPr>
          <p:cNvPr id="8" name="source_asset_1_1307b044e7807e87" descr="1307b044e7807e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1810512"/>
            <a:ext cx="393192" cy="1472378"/>
          </a:xfrm>
          <a:prstGeom prst="rect">
            <a:avLst/>
          </a:prstGeom>
        </p:spPr>
      </p:pic>
      <p:pic>
        <p:nvPicPr>
          <p:cNvPr id="9" name="source_asset_2_20d46c6dcf3a7077" descr="20d46c6dcf3a70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7" y="1764792"/>
            <a:ext cx="2441448" cy="1420805"/>
          </a:xfrm>
          <a:prstGeom prst="rect">
            <a:avLst/>
          </a:prstGeom>
        </p:spPr>
      </p:pic>
      <p:pic>
        <p:nvPicPr>
          <p:cNvPr id="10" name="source_asset_3_38225c72e9ec40ce" descr="38225c72e9ec40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7" y="3191256"/>
            <a:ext cx="3072384" cy="1543258"/>
          </a:xfrm>
          <a:prstGeom prst="rect">
            <a:avLst/>
          </a:prstGeom>
        </p:spPr>
      </p:pic>
      <p:pic>
        <p:nvPicPr>
          <p:cNvPr id="11" name="source_asset_4_655e5df27739b4b1" descr="655e5df27739b4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4517136"/>
            <a:ext cx="1463040" cy="1499812"/>
          </a:xfrm>
          <a:prstGeom prst="rect">
            <a:avLst/>
          </a:prstGeom>
        </p:spPr>
      </p:pic>
      <p:pic>
        <p:nvPicPr>
          <p:cNvPr id="12" name="source_asset_5_8dbf828f96ff5ff6" descr="8dbf828f96ff5ff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1" y="4754880"/>
            <a:ext cx="512064" cy="1304313"/>
          </a:xfrm>
          <a:prstGeom prst="rect">
            <a:avLst/>
          </a:prstGeom>
        </p:spPr>
      </p:pic>
      <p:pic>
        <p:nvPicPr>
          <p:cNvPr id="13" name="source_asset_6_d4bbe27cb08f0691" descr="d4bbe27cb08f06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776" y="4645152"/>
            <a:ext cx="1042415" cy="1432384"/>
          </a:xfrm>
          <a:prstGeom prst="rect">
            <a:avLst/>
          </a:prstGeom>
        </p:spPr>
      </p:pic>
      <p:pic>
        <p:nvPicPr>
          <p:cNvPr id="14" name="source_asset_7_f4b6bbff7b079dc5" descr="f4b6bbff7b079d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5832" y="4672584"/>
            <a:ext cx="1097280" cy="1417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_text_3"/>
          <p:cNvSpPr txBox="1"/>
          <p:nvPr/>
        </p:nvSpPr>
        <p:spPr>
          <a:xfrm>
            <a:off x="713232" y="521207"/>
            <a:ext cx="749807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8DE7"/>
                </a:solidFill>
                <a:latin typeface="Nunito"/>
              </a:rPr>
              <a:t>OUR TEAM</a:t>
            </a:r>
          </a:p>
        </p:txBody>
      </p:sp>
      <p:sp>
        <p:nvSpPr>
          <p:cNvPr id="3" name="generated_1_team heading rule"/>
          <p:cNvSpPr/>
          <p:nvPr/>
        </p:nvSpPr>
        <p:spPr>
          <a:xfrm>
            <a:off x="749808" y="1435608"/>
            <a:ext cx="10680192" cy="22860"/>
          </a:xfrm>
          <a:prstGeom prst="rect">
            <a:avLst/>
          </a:prstGeom>
          <a:solidFill>
            <a:srgbClr val="5CF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source_asset_1_3ee0defc2101ac63" descr="3ee0defc2101ac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30552"/>
            <a:ext cx="2468880" cy="2468880"/>
          </a:xfrm>
          <a:prstGeom prst="rect">
            <a:avLst/>
          </a:prstGeom>
        </p:spPr>
      </p:pic>
      <p:sp>
        <p:nvSpPr>
          <p:cNvPr id="5" name="source_text_0"/>
          <p:cNvSpPr txBox="1"/>
          <p:nvPr/>
        </p:nvSpPr>
        <p:spPr>
          <a:xfrm>
            <a:off x="704088" y="48463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200"/>
                </a:solidFill>
                <a:latin typeface="Nunito"/>
              </a:rPr>
              <a:t>Name</a:t>
            </a:r>
          </a:p>
        </p:txBody>
      </p:sp>
      <p:sp>
        <p:nvSpPr>
          <p:cNvPr id="6" name="source_text_4"/>
          <p:cNvSpPr txBox="1"/>
          <p:nvPr/>
        </p:nvSpPr>
        <p:spPr>
          <a:xfrm>
            <a:off x="539496" y="5532120"/>
            <a:ext cx="3255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FFFC"/>
                </a:solidFill>
                <a:latin typeface="Nunito"/>
              </a:rPr>
              <a:t>TItle or Position</a:t>
            </a:r>
          </a:p>
        </p:txBody>
      </p:sp>
      <p:pic>
        <p:nvPicPr>
          <p:cNvPr id="7" name="source_asset_2_900ff2a111d334c8" descr="900ff2a111d334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130552"/>
            <a:ext cx="2468880" cy="2455885"/>
          </a:xfrm>
          <a:prstGeom prst="rect">
            <a:avLst/>
          </a:prstGeom>
        </p:spPr>
      </p:pic>
      <p:sp>
        <p:nvSpPr>
          <p:cNvPr id="8" name="source_text_1"/>
          <p:cNvSpPr txBox="1"/>
          <p:nvPr/>
        </p:nvSpPr>
        <p:spPr>
          <a:xfrm>
            <a:off x="4636008" y="48463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200"/>
                </a:solidFill>
                <a:latin typeface="Nunito"/>
              </a:rPr>
              <a:t>Name</a:t>
            </a:r>
          </a:p>
        </p:txBody>
      </p:sp>
      <p:sp>
        <p:nvSpPr>
          <p:cNvPr id="9" name="source_text_5"/>
          <p:cNvSpPr txBox="1"/>
          <p:nvPr/>
        </p:nvSpPr>
        <p:spPr>
          <a:xfrm>
            <a:off x="4471416" y="5532120"/>
            <a:ext cx="3255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FFFC"/>
                </a:solidFill>
                <a:latin typeface="Nunito"/>
              </a:rPr>
              <a:t>TItle or Position</a:t>
            </a:r>
          </a:p>
        </p:txBody>
      </p:sp>
      <p:pic>
        <p:nvPicPr>
          <p:cNvPr id="10" name="source_asset_6_fe9b024216b4f4d5" descr="fe9b024216b4f4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2130552"/>
            <a:ext cx="2468880" cy="2455885"/>
          </a:xfrm>
          <a:prstGeom prst="rect">
            <a:avLst/>
          </a:prstGeom>
        </p:spPr>
      </p:pic>
      <p:sp>
        <p:nvSpPr>
          <p:cNvPr id="11" name="source_text_2"/>
          <p:cNvSpPr txBox="1"/>
          <p:nvPr/>
        </p:nvSpPr>
        <p:spPr>
          <a:xfrm>
            <a:off x="8567928" y="48463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200"/>
                </a:solidFill>
                <a:latin typeface="Nunito"/>
              </a:rPr>
              <a:t>Name</a:t>
            </a:r>
          </a:p>
        </p:txBody>
      </p:sp>
      <p:sp>
        <p:nvSpPr>
          <p:cNvPr id="12" name="source_text_6"/>
          <p:cNvSpPr txBox="1"/>
          <p:nvPr/>
        </p:nvSpPr>
        <p:spPr>
          <a:xfrm>
            <a:off x="8403336" y="5532120"/>
            <a:ext cx="3255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4FFFC"/>
                </a:solidFill>
                <a:latin typeface="Nunito"/>
              </a:rPr>
              <a:t>TItle or Position</a:t>
            </a:r>
          </a:p>
        </p:txBody>
      </p:sp>
      <p:pic>
        <p:nvPicPr>
          <p:cNvPr id="13" name="source_asset_0_351cae192e569aac" descr="351cae192e569a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5010912"/>
            <a:ext cx="438912" cy="698497"/>
          </a:xfrm>
          <a:prstGeom prst="rect">
            <a:avLst/>
          </a:prstGeom>
        </p:spPr>
      </p:pic>
      <p:pic>
        <p:nvPicPr>
          <p:cNvPr id="14" name="source_asset_3_a570ba061cc2991c" descr="a570ba061cc299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1728216"/>
            <a:ext cx="941832" cy="960201"/>
          </a:xfrm>
          <a:prstGeom prst="rect">
            <a:avLst/>
          </a:prstGeom>
        </p:spPr>
      </p:pic>
      <p:pic>
        <p:nvPicPr>
          <p:cNvPr id="15" name="source_asset_4_a6215a60544a3798" descr="a6215a60544a379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502920"/>
            <a:ext cx="621792" cy="720771"/>
          </a:xfrm>
          <a:prstGeom prst="rect">
            <a:avLst/>
          </a:prstGeom>
        </p:spPr>
      </p:pic>
      <p:pic>
        <p:nvPicPr>
          <p:cNvPr id="16" name="source_asset_5_cfae6f42bad015f4" descr="cfae6f42bad015f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0696" y="374904"/>
            <a:ext cx="1152144" cy="1108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