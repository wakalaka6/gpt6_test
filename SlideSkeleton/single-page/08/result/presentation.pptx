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jp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Relationship Id="rId13" Type="http://schemas.openxmlformats.org/officeDocument/2006/relationships/image" Target="../media/image24.png"/><Relationship Id="rId14" Type="http://schemas.openxmlformats.org/officeDocument/2006/relationships/image" Target="../media/image25.png"/><Relationship Id="rId15" Type="http://schemas.openxmlformats.org/officeDocument/2006/relationships/image" Target="../media/image26.png"/><Relationship Id="rId16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621792"/>
            <a:ext cx="585216" cy="109728"/>
          </a:xfrm>
          <a:prstGeom prst="rect">
            <a:avLst/>
          </a:prstGeom>
          <a:solidFill>
            <a:srgbClr val="E03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18120" y="914400"/>
            <a:ext cx="3657600" cy="5404104"/>
          </a:xfrm>
          <a:prstGeom prst="rect">
            <a:avLst/>
          </a:prstGeom>
          <a:solidFill>
            <a:srgbClr val="F2D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asset_0_e70f7b974c9137a2.jpg" descr="e70f7b974c9137a2.jpg"/>
          <p:cNvPicPr>
            <a:picLocks noChangeAspect="1"/>
          </p:cNvPicPr>
          <p:nvPr/>
        </p:nvPicPr>
        <p:blipFill>
          <a:blip r:embed="rId2"/>
          <a:srcRect t="630" b="870"/>
          <a:stretch>
            <a:fillRect/>
          </a:stretch>
        </p:blipFill>
        <p:spPr>
          <a:xfrm>
            <a:off x="7644383" y="713232"/>
            <a:ext cx="3657600" cy="5404104"/>
          </a:xfrm>
          <a:prstGeom prst="rect">
            <a:avLst/>
          </a:prstGeom>
        </p:spPr>
      </p:pic>
      <p:sp>
        <p:nvSpPr>
          <p:cNvPr id="5" name="source_text_0"/>
          <p:cNvSpPr txBox="1"/>
          <p:nvPr/>
        </p:nvSpPr>
        <p:spPr>
          <a:xfrm>
            <a:off x="594360" y="1874519"/>
            <a:ext cx="672084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000000"/>
                </a:solidFill>
                <a:latin typeface="DM Sans"/>
              </a:rPr>
              <a:t>Introducing Myself Presentation</a:t>
            </a:r>
          </a:p>
        </p:txBody>
      </p:sp>
      <p:pic>
        <p:nvPicPr>
          <p:cNvPr id="6" name="asset_1_complex_9de1cb8caa6680f7.png" descr="complex_9de1cb8caa6680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605603"/>
            <a:ext cx="1517904" cy="1477128"/>
          </a:xfrm>
          <a:prstGeom prst="rect">
            <a:avLst/>
          </a:prstGeom>
        </p:spPr>
      </p:pic>
      <p:pic>
        <p:nvPicPr>
          <p:cNvPr id="7" name="asset_3_complex_cb76a1540cbd3ed4.png" descr="complex_cb76a1540cbd3ed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1576" y="577514"/>
            <a:ext cx="1517904" cy="1478443"/>
          </a:xfrm>
          <a:prstGeom prst="rect">
            <a:avLst/>
          </a:prstGeom>
        </p:spPr>
      </p:pic>
      <p:pic>
        <p:nvPicPr>
          <p:cNvPr id="8" name="asset_4_complex_dd0f78b5afc0a1f0.png" descr="complex_dd0f78b5afc0a1f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977641"/>
            <a:ext cx="1792224" cy="1675884"/>
          </a:xfrm>
          <a:prstGeom prst="rect">
            <a:avLst/>
          </a:prstGeom>
        </p:spPr>
      </p:pic>
      <p:pic>
        <p:nvPicPr>
          <p:cNvPr id="9" name="asset_2_complex_ba74d2c792618fe2.png" descr="complex_ba74d2c792618fe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0216" y="4877057"/>
            <a:ext cx="1792224" cy="16758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ource_text_3"/>
          <p:cNvSpPr txBox="1"/>
          <p:nvPr/>
        </p:nvSpPr>
        <p:spPr>
          <a:xfrm>
            <a:off x="594360" y="502920"/>
            <a:ext cx="85039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000000"/>
                </a:solidFill>
                <a:latin typeface="DM Sans"/>
              </a:rPr>
              <a:t>Fun Facts About Me</a:t>
            </a:r>
          </a:p>
        </p:txBody>
      </p:sp>
      <p:pic>
        <p:nvPicPr>
          <p:cNvPr id="3" name="asset_4_complex_4c7873e946825952.png" descr="complex_4c7873e9468259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5685" y="448056"/>
            <a:ext cx="1399869" cy="1280160"/>
          </a:xfrm>
          <a:prstGeom prst="rect">
            <a:avLst/>
          </a:prstGeom>
        </p:spPr>
      </p:pic>
      <p:pic>
        <p:nvPicPr>
          <p:cNvPr id="4" name="asset_5_complex_6365d1570536c49d.png" descr="complex_6365d1570536c49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0821" y="393192"/>
            <a:ext cx="1399869" cy="1280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67512" y="1901952"/>
            <a:ext cx="3218688" cy="3063240"/>
          </a:xfrm>
          <a:prstGeom prst="rect">
            <a:avLst/>
          </a:prstGeom>
          <a:solidFill>
            <a:srgbClr val="E03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asset_0_19882c6b5bd09f8c.jpg" descr="19882c6b5bd09f8c.jpg"/>
          <p:cNvPicPr>
            <a:picLocks noChangeAspect="1"/>
          </p:cNvPicPr>
          <p:nvPr/>
        </p:nvPicPr>
        <p:blipFill>
          <a:blip r:embed="rId4"/>
          <a:srcRect t="15344" b="21189"/>
          <a:stretch>
            <a:fillRect/>
          </a:stretch>
        </p:blipFill>
        <p:spPr>
          <a:xfrm>
            <a:off x="594360" y="1819656"/>
            <a:ext cx="3218688" cy="3063240"/>
          </a:xfrm>
          <a:prstGeom prst="rect">
            <a:avLst/>
          </a:prstGeom>
        </p:spPr>
      </p:pic>
      <p:sp>
        <p:nvSpPr>
          <p:cNvPr id="7" name="source_text_0"/>
          <p:cNvSpPr txBox="1"/>
          <p:nvPr/>
        </p:nvSpPr>
        <p:spPr>
          <a:xfrm>
            <a:off x="594360" y="5157216"/>
            <a:ext cx="32186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0000"/>
                </a:solidFill>
                <a:latin typeface="Montserrat"/>
              </a:rPr>
              <a:t>Add a main point</a:t>
            </a:r>
          </a:p>
        </p:txBody>
      </p:sp>
      <p:sp>
        <p:nvSpPr>
          <p:cNvPr id="8" name="source_text_4"/>
          <p:cNvSpPr txBox="1"/>
          <p:nvPr/>
        </p:nvSpPr>
        <p:spPr>
          <a:xfrm>
            <a:off x="594360" y="5705856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34343"/>
                </a:solidFill>
                <a:latin typeface="Didact Gothic"/>
              </a:rPr>
              <a:t>What makes you unique and interesting? Write them here!</a:t>
            </a:r>
          </a:p>
        </p:txBody>
      </p:sp>
      <p:sp>
        <p:nvSpPr>
          <p:cNvPr id="9" name="Rectangle 8"/>
          <p:cNvSpPr/>
          <p:nvPr/>
        </p:nvSpPr>
        <p:spPr>
          <a:xfrm>
            <a:off x="4526280" y="1901952"/>
            <a:ext cx="3218688" cy="3063240"/>
          </a:xfrm>
          <a:prstGeom prst="rect">
            <a:avLst/>
          </a:prstGeom>
          <a:solidFill>
            <a:srgbClr val="284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asset_1_2a87c823e392edfc.jpg" descr="2a87c823e392edfc.jpg"/>
          <p:cNvPicPr>
            <a:picLocks noChangeAspect="1"/>
          </p:cNvPicPr>
          <p:nvPr/>
        </p:nvPicPr>
        <p:blipFill>
          <a:blip r:embed="rId5"/>
          <a:srcRect t="15352" b="21201"/>
          <a:stretch>
            <a:fillRect/>
          </a:stretch>
        </p:blipFill>
        <p:spPr>
          <a:xfrm>
            <a:off x="4453128" y="1819656"/>
            <a:ext cx="3218688" cy="3063240"/>
          </a:xfrm>
          <a:prstGeom prst="rect">
            <a:avLst/>
          </a:prstGeom>
        </p:spPr>
      </p:pic>
      <p:sp>
        <p:nvSpPr>
          <p:cNvPr id="11" name="source_text_1"/>
          <p:cNvSpPr txBox="1"/>
          <p:nvPr/>
        </p:nvSpPr>
        <p:spPr>
          <a:xfrm>
            <a:off x="4453128" y="5157216"/>
            <a:ext cx="32186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0000"/>
                </a:solidFill>
                <a:latin typeface="Montserrat"/>
              </a:rPr>
              <a:t>Add a main point</a:t>
            </a:r>
          </a:p>
        </p:txBody>
      </p:sp>
      <p:sp>
        <p:nvSpPr>
          <p:cNvPr id="12" name="source_text_5"/>
          <p:cNvSpPr txBox="1"/>
          <p:nvPr/>
        </p:nvSpPr>
        <p:spPr>
          <a:xfrm>
            <a:off x="4453128" y="5705856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34343"/>
                </a:solidFill>
                <a:latin typeface="Didact Gothic"/>
              </a:rPr>
              <a:t>What makes you unique and interesting? Write them here!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85048" y="1901952"/>
            <a:ext cx="3218688" cy="3063240"/>
          </a:xfrm>
          <a:prstGeom prst="rect">
            <a:avLst/>
          </a:prstGeom>
          <a:solidFill>
            <a:srgbClr val="F2D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asset_2_62d6ad51c5cff3fd.jpg" descr="62d6ad51c5cff3fd.jpg"/>
          <p:cNvPicPr>
            <a:picLocks noChangeAspect="1"/>
          </p:cNvPicPr>
          <p:nvPr/>
        </p:nvPicPr>
        <p:blipFill>
          <a:blip r:embed="rId6"/>
          <a:srcRect t="15352" b="21201"/>
          <a:stretch>
            <a:fillRect/>
          </a:stretch>
        </p:blipFill>
        <p:spPr>
          <a:xfrm>
            <a:off x="8311896" y="1819656"/>
            <a:ext cx="3218688" cy="3063240"/>
          </a:xfrm>
          <a:prstGeom prst="rect">
            <a:avLst/>
          </a:prstGeom>
        </p:spPr>
      </p:pic>
      <p:sp>
        <p:nvSpPr>
          <p:cNvPr id="15" name="source_text_2"/>
          <p:cNvSpPr txBox="1"/>
          <p:nvPr/>
        </p:nvSpPr>
        <p:spPr>
          <a:xfrm>
            <a:off x="8311896" y="5157216"/>
            <a:ext cx="32186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0000"/>
                </a:solidFill>
                <a:latin typeface="Montserrat"/>
              </a:rPr>
              <a:t>Add a main point</a:t>
            </a:r>
          </a:p>
        </p:txBody>
      </p:sp>
      <p:sp>
        <p:nvSpPr>
          <p:cNvPr id="16" name="source_text_6"/>
          <p:cNvSpPr txBox="1"/>
          <p:nvPr/>
        </p:nvSpPr>
        <p:spPr>
          <a:xfrm>
            <a:off x="8311896" y="5705856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34343"/>
                </a:solidFill>
                <a:latin typeface="Didact Gothic"/>
              </a:rPr>
              <a:t>What makes you unique and interesting? Write them here!</a:t>
            </a:r>
          </a:p>
        </p:txBody>
      </p:sp>
      <p:pic>
        <p:nvPicPr>
          <p:cNvPr id="17" name="asset_3_complex_3d382baf409bfa9f.png" descr="complex_3d382baf409bfa9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0712" y="3995577"/>
            <a:ext cx="1005840" cy="997396"/>
          </a:xfrm>
          <a:prstGeom prst="rect">
            <a:avLst/>
          </a:prstGeom>
        </p:spPr>
      </p:pic>
      <p:pic>
        <p:nvPicPr>
          <p:cNvPr id="18" name="asset_6_complex_990084834e74e33d.png" descr="complex_990084834e74e33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7560" y="3938078"/>
            <a:ext cx="1005840" cy="10026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ource_text_6"/>
          <p:cNvSpPr txBox="1"/>
          <p:nvPr/>
        </p:nvSpPr>
        <p:spPr>
          <a:xfrm>
            <a:off x="594360" y="438912"/>
            <a:ext cx="978408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000000"/>
                </a:solidFill>
                <a:latin typeface="DM Sans"/>
              </a:rPr>
              <a:t>My Hobbies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453896"/>
            <a:ext cx="950976" cy="86868"/>
          </a:xfrm>
          <a:prstGeom prst="rect">
            <a:avLst/>
          </a:prstGeom>
          <a:solidFill>
            <a:srgbClr val="E03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938528"/>
            <a:ext cx="3291840" cy="195681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938528"/>
            <a:ext cx="585216" cy="64008"/>
          </a:xfrm>
          <a:prstGeom prst="rect">
            <a:avLst/>
          </a:prstGeom>
          <a:solidFill>
            <a:srgbClr val="284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_text_0"/>
          <p:cNvSpPr txBox="1"/>
          <p:nvPr/>
        </p:nvSpPr>
        <p:spPr>
          <a:xfrm>
            <a:off x="1645919" y="2185416"/>
            <a:ext cx="21031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00000"/>
                </a:solidFill>
                <a:latin typeface="Montserrat"/>
              </a:rPr>
              <a:t>Add a main point</a:t>
            </a:r>
          </a:p>
        </p:txBody>
      </p:sp>
      <p:sp>
        <p:nvSpPr>
          <p:cNvPr id="7" name="source_text_7"/>
          <p:cNvSpPr txBox="1"/>
          <p:nvPr/>
        </p:nvSpPr>
        <p:spPr>
          <a:xfrm>
            <a:off x="1645919" y="2852928"/>
            <a:ext cx="2048256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434343"/>
                </a:solidFill>
                <a:latin typeface="Didact Gothic"/>
              </a:rPr>
              <a:t>What do you do during your free time? Write them here!</a:t>
            </a:r>
          </a:p>
        </p:txBody>
      </p:sp>
      <p:pic>
        <p:nvPicPr>
          <p:cNvPr id="8" name="asset_0_complex_19e775b43c1ed6fe.png" descr="complex_19e775b43c1ed6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598043"/>
            <a:ext cx="804672" cy="720080"/>
          </a:xfrm>
          <a:prstGeom prst="rect">
            <a:avLst/>
          </a:prstGeom>
        </p:spPr>
      </p:pic>
      <p:pic>
        <p:nvPicPr>
          <p:cNvPr id="9" name="asset_12_complex_d7b308b623d5f2c3.png" descr="complex_d7b308b623d5f2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526639"/>
            <a:ext cx="804672" cy="716584"/>
          </a:xfrm>
          <a:prstGeom prst="rect">
            <a:avLst/>
          </a:prstGeom>
        </p:spPr>
      </p:pic>
      <p:pic>
        <p:nvPicPr>
          <p:cNvPr id="10" name="asset_4_complex_7bc1bae70c99a4b6.png" descr="complex_7bc1bae70c99a4b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2511175"/>
            <a:ext cx="804672" cy="7200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453128" y="1938528"/>
            <a:ext cx="3291840" cy="195681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53128" y="1938528"/>
            <a:ext cx="585216" cy="64008"/>
          </a:xfrm>
          <a:prstGeom prst="rect">
            <a:avLst/>
          </a:prstGeom>
          <a:solidFill>
            <a:srgbClr val="E03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ource_text_1"/>
          <p:cNvSpPr txBox="1"/>
          <p:nvPr/>
        </p:nvSpPr>
        <p:spPr>
          <a:xfrm>
            <a:off x="5504688" y="2185416"/>
            <a:ext cx="21031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00000"/>
                </a:solidFill>
                <a:latin typeface="Montserrat"/>
              </a:rPr>
              <a:t>Add a main point</a:t>
            </a:r>
          </a:p>
        </p:txBody>
      </p:sp>
      <p:sp>
        <p:nvSpPr>
          <p:cNvPr id="14" name="source_text_8"/>
          <p:cNvSpPr txBox="1"/>
          <p:nvPr/>
        </p:nvSpPr>
        <p:spPr>
          <a:xfrm>
            <a:off x="5504688" y="2852928"/>
            <a:ext cx="2048256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434343"/>
                </a:solidFill>
                <a:latin typeface="Didact Gothic"/>
              </a:rPr>
              <a:t>What do you do during your free time? Write them here!</a:t>
            </a:r>
          </a:p>
        </p:txBody>
      </p:sp>
      <p:pic>
        <p:nvPicPr>
          <p:cNvPr id="15" name="asset_14_complex_f1075ca9ff5e7cfb.png" descr="complex_f1075ca9ff5e7cf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0580" y="2542389"/>
            <a:ext cx="822960" cy="822245"/>
          </a:xfrm>
          <a:prstGeom prst="rect">
            <a:avLst/>
          </a:prstGeom>
        </p:spPr>
      </p:pic>
      <p:pic>
        <p:nvPicPr>
          <p:cNvPr id="16" name="asset_1_complex_1d5e26c14ea0ca97.png" descr="complex_1d5e26c14ea0ca9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2473809"/>
            <a:ext cx="822960" cy="822245"/>
          </a:xfrm>
          <a:prstGeom prst="rect">
            <a:avLst/>
          </a:prstGeom>
        </p:spPr>
      </p:pic>
      <p:pic>
        <p:nvPicPr>
          <p:cNvPr id="17" name="asset_6_complex_9b0b246186f668c7.png" descr="complex_9b0b246186f668c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3712" y="2455521"/>
            <a:ext cx="822960" cy="822245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8311896" y="1938528"/>
            <a:ext cx="3291840" cy="195681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11896" y="1938528"/>
            <a:ext cx="585216" cy="64008"/>
          </a:xfrm>
          <a:prstGeom prst="rect">
            <a:avLst/>
          </a:prstGeom>
          <a:solidFill>
            <a:srgbClr val="F2D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ource_text_2"/>
          <p:cNvSpPr txBox="1"/>
          <p:nvPr/>
        </p:nvSpPr>
        <p:spPr>
          <a:xfrm>
            <a:off x="9363456" y="2185416"/>
            <a:ext cx="21031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00000"/>
                </a:solidFill>
                <a:latin typeface="Montserrat"/>
              </a:rPr>
              <a:t>Add a main point</a:t>
            </a:r>
          </a:p>
        </p:txBody>
      </p:sp>
      <p:sp>
        <p:nvSpPr>
          <p:cNvPr id="21" name="source_text_9"/>
          <p:cNvSpPr txBox="1"/>
          <p:nvPr/>
        </p:nvSpPr>
        <p:spPr>
          <a:xfrm>
            <a:off x="9363456" y="2852928"/>
            <a:ext cx="2048256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434343"/>
                </a:solidFill>
                <a:latin typeface="Didact Gothic"/>
              </a:rPr>
              <a:t>What do you do during your free time? Write them here!</a:t>
            </a:r>
          </a:p>
        </p:txBody>
      </p:sp>
      <p:pic>
        <p:nvPicPr>
          <p:cNvPr id="22" name="asset_11_complex_c5c4aed94f70ef2a.png" descr="complex_c5c4aed94f70ef2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5632" y="2624800"/>
            <a:ext cx="841248" cy="666566"/>
          </a:xfrm>
          <a:prstGeom prst="rect">
            <a:avLst/>
          </a:prstGeom>
        </p:spPr>
      </p:pic>
      <p:pic>
        <p:nvPicPr>
          <p:cNvPr id="23" name="asset_8_complex_9c02c0dc7b647cba.png" descr="complex_9c02c0dc7b647cb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0768" y="2560419"/>
            <a:ext cx="841248" cy="649025"/>
          </a:xfrm>
          <a:prstGeom prst="rect">
            <a:avLst/>
          </a:prstGeom>
        </p:spPr>
      </p:pic>
      <p:pic>
        <p:nvPicPr>
          <p:cNvPr id="24" name="asset_3_complex_47e95bfcd2b39297.png" descr="complex_47e95bfcd2b3929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12480" y="2533360"/>
            <a:ext cx="841248" cy="66656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594360" y="4242816"/>
            <a:ext cx="3291840" cy="195681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242816"/>
            <a:ext cx="585216" cy="64008"/>
          </a:xfrm>
          <a:prstGeom prst="rect">
            <a:avLst/>
          </a:prstGeom>
          <a:solidFill>
            <a:srgbClr val="284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ource_text_3"/>
          <p:cNvSpPr txBox="1"/>
          <p:nvPr/>
        </p:nvSpPr>
        <p:spPr>
          <a:xfrm>
            <a:off x="1645919" y="4489704"/>
            <a:ext cx="21031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00000"/>
                </a:solidFill>
                <a:latin typeface="Montserrat"/>
              </a:rPr>
              <a:t>Add a main point</a:t>
            </a:r>
          </a:p>
        </p:txBody>
      </p:sp>
      <p:sp>
        <p:nvSpPr>
          <p:cNvPr id="28" name="source_text_10"/>
          <p:cNvSpPr txBox="1"/>
          <p:nvPr/>
        </p:nvSpPr>
        <p:spPr>
          <a:xfrm>
            <a:off x="1645919" y="5157216"/>
            <a:ext cx="2048256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434343"/>
                </a:solidFill>
                <a:latin typeface="Didact Gothic"/>
              </a:rPr>
              <a:t>What do you do during your free time? Write them here!</a:t>
            </a:r>
          </a:p>
        </p:txBody>
      </p:sp>
      <p:pic>
        <p:nvPicPr>
          <p:cNvPr id="29" name="asset_5_complex_7c15212b78db48ca.png" descr="complex_7c15212b78db48c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176" y="4782312"/>
            <a:ext cx="697359" cy="960120"/>
          </a:xfrm>
          <a:prstGeom prst="rect">
            <a:avLst/>
          </a:prstGeom>
        </p:spPr>
      </p:pic>
      <p:pic>
        <p:nvPicPr>
          <p:cNvPr id="30" name="asset_9_complex_a601f6847fe59aae.png" descr="complex_a601f6847fe59aa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0669" y="4754880"/>
            <a:ext cx="702364" cy="96012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4453128" y="4242816"/>
            <a:ext cx="3291840" cy="195681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53128" y="4242816"/>
            <a:ext cx="585216" cy="64008"/>
          </a:xfrm>
          <a:prstGeom prst="rect">
            <a:avLst/>
          </a:prstGeom>
          <a:solidFill>
            <a:srgbClr val="E03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ource_text_4"/>
          <p:cNvSpPr txBox="1"/>
          <p:nvPr/>
        </p:nvSpPr>
        <p:spPr>
          <a:xfrm>
            <a:off x="5504688" y="4489704"/>
            <a:ext cx="21031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00000"/>
                </a:solidFill>
                <a:latin typeface="Montserrat"/>
              </a:rPr>
              <a:t>Add a main point</a:t>
            </a:r>
          </a:p>
        </p:txBody>
      </p:sp>
      <p:sp>
        <p:nvSpPr>
          <p:cNvPr id="34" name="source_text_11"/>
          <p:cNvSpPr txBox="1"/>
          <p:nvPr/>
        </p:nvSpPr>
        <p:spPr>
          <a:xfrm>
            <a:off x="5504688" y="5157216"/>
            <a:ext cx="2048256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434343"/>
                </a:solidFill>
                <a:latin typeface="Didact Gothic"/>
              </a:rPr>
              <a:t>What do you do during your free time? Write them here!</a:t>
            </a:r>
          </a:p>
        </p:txBody>
      </p:sp>
      <p:pic>
        <p:nvPicPr>
          <p:cNvPr id="35" name="asset_10_complex_be2cb71c895f0f87.png" descr="complex_be2cb71c895f0f87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16083" y="4782312"/>
            <a:ext cx="562224" cy="960120"/>
          </a:xfrm>
          <a:prstGeom prst="rect">
            <a:avLst/>
          </a:prstGeom>
        </p:spPr>
      </p:pic>
      <p:pic>
        <p:nvPicPr>
          <p:cNvPr id="36" name="asset_7_complex_9b0f1ed060519c49.png" descr="complex_9b0f1ed060519c49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62856" y="4772474"/>
            <a:ext cx="868680" cy="924931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8311896" y="4242816"/>
            <a:ext cx="3291840" cy="195681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311896" y="4242816"/>
            <a:ext cx="585216" cy="64008"/>
          </a:xfrm>
          <a:prstGeom prst="rect">
            <a:avLst/>
          </a:prstGeom>
          <a:solidFill>
            <a:srgbClr val="F2D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ource_text_5"/>
          <p:cNvSpPr txBox="1"/>
          <p:nvPr/>
        </p:nvSpPr>
        <p:spPr>
          <a:xfrm>
            <a:off x="9363456" y="4489704"/>
            <a:ext cx="21031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00000"/>
                </a:solidFill>
                <a:latin typeface="Montserrat"/>
              </a:rPr>
              <a:t>Add a main point</a:t>
            </a:r>
          </a:p>
        </p:txBody>
      </p:sp>
      <p:sp>
        <p:nvSpPr>
          <p:cNvPr id="40" name="source_text_12"/>
          <p:cNvSpPr txBox="1"/>
          <p:nvPr/>
        </p:nvSpPr>
        <p:spPr>
          <a:xfrm>
            <a:off x="9363456" y="5157216"/>
            <a:ext cx="2048256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434343"/>
                </a:solidFill>
                <a:latin typeface="Didact Gothic"/>
              </a:rPr>
              <a:t>What do you do during your free time? Write them here!</a:t>
            </a:r>
          </a:p>
        </p:txBody>
      </p:sp>
      <p:pic>
        <p:nvPicPr>
          <p:cNvPr id="41" name="asset_13_complex_ebb9eb638d12dd20.png" descr="complex_ebb9eb638d12dd20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12480" y="4809744"/>
            <a:ext cx="786384" cy="786384"/>
          </a:xfrm>
          <a:prstGeom prst="rect">
            <a:avLst/>
          </a:prstGeom>
        </p:spPr>
      </p:pic>
      <p:pic>
        <p:nvPicPr>
          <p:cNvPr id="42" name="asset_2_complex_3911d04c3de3b5ba.png" descr="complex_3911d04c3de3b5ba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79408" y="5296047"/>
            <a:ext cx="329184" cy="417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18872" cy="1078992"/>
          </a:xfrm>
          <a:prstGeom prst="rect">
            <a:avLst/>
          </a:prstGeom>
          <a:solidFill>
            <a:srgbClr val="E03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ource_text_4"/>
          <p:cNvSpPr txBox="1"/>
          <p:nvPr/>
        </p:nvSpPr>
        <p:spPr>
          <a:xfrm>
            <a:off x="896112" y="438912"/>
            <a:ext cx="1062532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000000"/>
                </a:solidFill>
                <a:latin typeface="DM Sans"/>
              </a:rPr>
              <a:t>Add a Team Members Page</a:t>
            </a:r>
          </a:p>
        </p:txBody>
      </p:sp>
      <p:sp>
        <p:nvSpPr>
          <p:cNvPr id="4" name="source_text_5"/>
          <p:cNvSpPr txBox="1"/>
          <p:nvPr/>
        </p:nvSpPr>
        <p:spPr>
          <a:xfrm>
            <a:off x="914400" y="1344168"/>
            <a:ext cx="102412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434343"/>
                </a:solidFill>
                <a:latin typeface="Didact Gothic"/>
              </a:rPr>
              <a:t>Elaborate on what you want to discuss. 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295144"/>
            <a:ext cx="2359152" cy="3218688"/>
          </a:xfrm>
          <a:prstGeom prst="rect">
            <a:avLst/>
          </a:prstGeom>
          <a:solidFill>
            <a:srgbClr val="F2D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asset_0_181afb51239ec790.jpg" descr="181afb51239ec790.jpg"/>
          <p:cNvPicPr>
            <a:picLocks noChangeAspect="1"/>
          </p:cNvPicPr>
          <p:nvPr/>
        </p:nvPicPr>
        <p:blipFill>
          <a:blip r:embed="rId2"/>
          <a:srcRect t="2261" b="6783"/>
          <a:stretch>
            <a:fillRect/>
          </a:stretch>
        </p:blipFill>
        <p:spPr>
          <a:xfrm>
            <a:off x="594360" y="2221992"/>
            <a:ext cx="2359152" cy="3218688"/>
          </a:xfrm>
          <a:prstGeom prst="rect">
            <a:avLst/>
          </a:prstGeom>
        </p:spPr>
      </p:pic>
      <p:sp>
        <p:nvSpPr>
          <p:cNvPr id="7" name="source_text_0"/>
          <p:cNvSpPr txBox="1"/>
          <p:nvPr/>
        </p:nvSpPr>
        <p:spPr>
          <a:xfrm>
            <a:off x="594360" y="5687568"/>
            <a:ext cx="24688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DM Sans"/>
              </a:rPr>
              <a:t> Name</a:t>
            </a:r>
          </a:p>
        </p:txBody>
      </p:sp>
      <p:sp>
        <p:nvSpPr>
          <p:cNvPr id="8" name="source_text_6"/>
          <p:cNvSpPr txBox="1"/>
          <p:nvPr/>
        </p:nvSpPr>
        <p:spPr>
          <a:xfrm>
            <a:off x="667512" y="6190488"/>
            <a:ext cx="23957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434343"/>
                </a:solidFill>
                <a:latin typeface="Didact Gothic"/>
              </a:rPr>
              <a:t>Title or Position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38727" y="2295144"/>
            <a:ext cx="2359152" cy="3218688"/>
          </a:xfrm>
          <a:prstGeom prst="rect">
            <a:avLst/>
          </a:prstGeom>
          <a:solidFill>
            <a:srgbClr val="284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asset_1_873a19f89fbf6d98.jpg" descr="873a19f89fbf6d98.jpg"/>
          <p:cNvPicPr>
            <a:picLocks noChangeAspect="1"/>
          </p:cNvPicPr>
          <p:nvPr/>
        </p:nvPicPr>
        <p:blipFill>
          <a:blip r:embed="rId3"/>
          <a:srcRect l="25568" r="25568"/>
          <a:stretch>
            <a:fillRect/>
          </a:stretch>
        </p:blipFill>
        <p:spPr>
          <a:xfrm>
            <a:off x="3474720" y="2221992"/>
            <a:ext cx="2359152" cy="3218688"/>
          </a:xfrm>
          <a:prstGeom prst="rect">
            <a:avLst/>
          </a:prstGeom>
        </p:spPr>
      </p:pic>
      <p:sp>
        <p:nvSpPr>
          <p:cNvPr id="11" name="source_text_1"/>
          <p:cNvSpPr txBox="1"/>
          <p:nvPr/>
        </p:nvSpPr>
        <p:spPr>
          <a:xfrm>
            <a:off x="3474720" y="5687568"/>
            <a:ext cx="24688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DM Sans"/>
              </a:rPr>
              <a:t> Name</a:t>
            </a:r>
          </a:p>
        </p:txBody>
      </p:sp>
      <p:sp>
        <p:nvSpPr>
          <p:cNvPr id="12" name="source_text_7"/>
          <p:cNvSpPr txBox="1"/>
          <p:nvPr/>
        </p:nvSpPr>
        <p:spPr>
          <a:xfrm>
            <a:off x="3547872" y="6190488"/>
            <a:ext cx="23957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434343"/>
                </a:solidFill>
                <a:latin typeface="Didact Gothic"/>
              </a:rPr>
              <a:t>Title or Position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19088" y="2295144"/>
            <a:ext cx="2359152" cy="3218688"/>
          </a:xfrm>
          <a:prstGeom prst="rect">
            <a:avLst/>
          </a:prstGeom>
          <a:solidFill>
            <a:srgbClr val="E03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asset_2_c24d9258e8af71f0.jpg" descr="c24d9258e8af71f0.jpg"/>
          <p:cNvPicPr>
            <a:picLocks noChangeAspect="1"/>
          </p:cNvPicPr>
          <p:nvPr/>
        </p:nvPicPr>
        <p:blipFill>
          <a:blip r:embed="rId4"/>
          <a:srcRect l="25568" r="25568"/>
          <a:stretch>
            <a:fillRect/>
          </a:stretch>
        </p:blipFill>
        <p:spPr>
          <a:xfrm>
            <a:off x="6355080" y="2221992"/>
            <a:ext cx="2359152" cy="3218688"/>
          </a:xfrm>
          <a:prstGeom prst="rect">
            <a:avLst/>
          </a:prstGeom>
        </p:spPr>
      </p:pic>
      <p:sp>
        <p:nvSpPr>
          <p:cNvPr id="15" name="source_text_2"/>
          <p:cNvSpPr txBox="1"/>
          <p:nvPr/>
        </p:nvSpPr>
        <p:spPr>
          <a:xfrm>
            <a:off x="6355080" y="5687568"/>
            <a:ext cx="24688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DM Sans"/>
              </a:rPr>
              <a:t> Name</a:t>
            </a:r>
          </a:p>
        </p:txBody>
      </p:sp>
      <p:sp>
        <p:nvSpPr>
          <p:cNvPr id="16" name="source_text_8"/>
          <p:cNvSpPr txBox="1"/>
          <p:nvPr/>
        </p:nvSpPr>
        <p:spPr>
          <a:xfrm>
            <a:off x="6428232" y="6190488"/>
            <a:ext cx="23957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434343"/>
                </a:solidFill>
                <a:latin typeface="Didact Gothic"/>
              </a:rPr>
              <a:t>Title or Position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99448" y="2295144"/>
            <a:ext cx="2359152" cy="3218688"/>
          </a:xfrm>
          <a:prstGeom prst="rect">
            <a:avLst/>
          </a:prstGeom>
          <a:solidFill>
            <a:srgbClr val="F48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asset_3_ef9896a6ac2e5985.jpg" descr="ef9896a6ac2e5985.jpg"/>
          <p:cNvPicPr>
            <a:picLocks noChangeAspect="1"/>
          </p:cNvPicPr>
          <p:nvPr/>
        </p:nvPicPr>
        <p:blipFill>
          <a:blip r:embed="rId5"/>
          <a:srcRect t="4522" b="4522"/>
          <a:stretch>
            <a:fillRect/>
          </a:stretch>
        </p:blipFill>
        <p:spPr>
          <a:xfrm>
            <a:off x="9235440" y="2221992"/>
            <a:ext cx="2359152" cy="3218688"/>
          </a:xfrm>
          <a:prstGeom prst="rect">
            <a:avLst/>
          </a:prstGeom>
        </p:spPr>
      </p:pic>
      <p:sp>
        <p:nvSpPr>
          <p:cNvPr id="19" name="source_text_3"/>
          <p:cNvSpPr txBox="1"/>
          <p:nvPr/>
        </p:nvSpPr>
        <p:spPr>
          <a:xfrm>
            <a:off x="9235440" y="5687568"/>
            <a:ext cx="24688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DM Sans"/>
              </a:rPr>
              <a:t> Name</a:t>
            </a:r>
          </a:p>
        </p:txBody>
      </p:sp>
      <p:sp>
        <p:nvSpPr>
          <p:cNvPr id="20" name="source_text_9"/>
          <p:cNvSpPr txBox="1"/>
          <p:nvPr/>
        </p:nvSpPr>
        <p:spPr>
          <a:xfrm>
            <a:off x="9308592" y="6190488"/>
            <a:ext cx="23957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434343"/>
                </a:solidFill>
                <a:latin typeface="Didact Gothic"/>
              </a:rPr>
              <a:t>Title or Position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D9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ource_text_0"/>
          <p:cNvSpPr txBox="1"/>
          <p:nvPr/>
        </p:nvSpPr>
        <p:spPr>
          <a:xfrm>
            <a:off x="594360" y="502920"/>
            <a:ext cx="950976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000000"/>
                </a:solidFill>
                <a:latin typeface="DM Sans"/>
              </a:rPr>
              <a:t>Add a Timeline Page</a:t>
            </a:r>
          </a:p>
        </p:txBody>
      </p:sp>
      <p:pic>
        <p:nvPicPr>
          <p:cNvPr id="3" name="asset_0_complex_4d2e4e6c74dc8a7e.png" descr="complex_4d2e4e6c74dc8a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87305"/>
            <a:ext cx="1499616" cy="1493101"/>
          </a:xfrm>
          <a:prstGeom prst="rect">
            <a:avLst/>
          </a:prstGeom>
        </p:spPr>
      </p:pic>
      <p:pic>
        <p:nvPicPr>
          <p:cNvPr id="4" name="asset_1_complex_f5b4f3bd7cf41988.png" descr="complex_f5b4f3bd7cf419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6104" y="314153"/>
            <a:ext cx="1499616" cy="1493101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1078992" y="3776472"/>
            <a:ext cx="992124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94360" y="1947672"/>
            <a:ext cx="2368296" cy="1408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ource_text_1"/>
          <p:cNvSpPr txBox="1"/>
          <p:nvPr/>
        </p:nvSpPr>
        <p:spPr>
          <a:xfrm>
            <a:off x="758952" y="2103120"/>
            <a:ext cx="2057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0000"/>
                </a:solidFill>
                <a:latin typeface="Montserrat"/>
              </a:rPr>
              <a:t>Add a main point</a:t>
            </a:r>
          </a:p>
        </p:txBody>
      </p:sp>
      <p:sp>
        <p:nvSpPr>
          <p:cNvPr id="8" name="source_text_5"/>
          <p:cNvSpPr txBox="1"/>
          <p:nvPr/>
        </p:nvSpPr>
        <p:spPr>
          <a:xfrm>
            <a:off x="758952" y="274320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34343"/>
                </a:solidFill>
                <a:latin typeface="Didact Gothic"/>
              </a:rPr>
              <a:t>Elaborate on what you want to discuss. 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78507" y="3355848"/>
            <a:ext cx="0" cy="420624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627631" y="3625596"/>
            <a:ext cx="301752" cy="301752"/>
          </a:xfrm>
          <a:prstGeom prst="ellipse">
            <a:avLst/>
          </a:prstGeom>
          <a:solidFill>
            <a:srgbClr val="E03E2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4498848"/>
            <a:ext cx="2368296" cy="1408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ource_text_2"/>
          <p:cNvSpPr txBox="1"/>
          <p:nvPr/>
        </p:nvSpPr>
        <p:spPr>
          <a:xfrm>
            <a:off x="3639312" y="4654296"/>
            <a:ext cx="2057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0000"/>
                </a:solidFill>
                <a:latin typeface="Montserrat"/>
              </a:rPr>
              <a:t>Add a main point</a:t>
            </a:r>
          </a:p>
        </p:txBody>
      </p:sp>
      <p:sp>
        <p:nvSpPr>
          <p:cNvPr id="13" name="source_text_6"/>
          <p:cNvSpPr txBox="1"/>
          <p:nvPr/>
        </p:nvSpPr>
        <p:spPr>
          <a:xfrm>
            <a:off x="3639312" y="5294376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34343"/>
                </a:solidFill>
                <a:latin typeface="Didact Gothic"/>
              </a:rPr>
              <a:t>Elaborate on what you want to discuss. 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658868" y="3776472"/>
            <a:ext cx="0" cy="722376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507992" y="3625596"/>
            <a:ext cx="301752" cy="301752"/>
          </a:xfrm>
          <a:prstGeom prst="ellipse">
            <a:avLst/>
          </a:prstGeom>
          <a:solidFill>
            <a:srgbClr val="2843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1947672"/>
            <a:ext cx="2368296" cy="1408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ource_text_3"/>
          <p:cNvSpPr txBox="1"/>
          <p:nvPr/>
        </p:nvSpPr>
        <p:spPr>
          <a:xfrm>
            <a:off x="6519672" y="2103120"/>
            <a:ext cx="2057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0000"/>
                </a:solidFill>
                <a:latin typeface="Montserrat"/>
              </a:rPr>
              <a:t>Add a main point</a:t>
            </a:r>
          </a:p>
        </p:txBody>
      </p:sp>
      <p:sp>
        <p:nvSpPr>
          <p:cNvPr id="18" name="source_text_7"/>
          <p:cNvSpPr txBox="1"/>
          <p:nvPr/>
        </p:nvSpPr>
        <p:spPr>
          <a:xfrm>
            <a:off x="6519672" y="274320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34343"/>
                </a:solidFill>
                <a:latin typeface="Didact Gothic"/>
              </a:rPr>
              <a:t>Elaborate on what you want to discuss. 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539228" y="3355848"/>
            <a:ext cx="0" cy="420624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388352" y="3625596"/>
            <a:ext cx="301752" cy="301752"/>
          </a:xfrm>
          <a:prstGeom prst="ellipse">
            <a:avLst/>
          </a:prstGeom>
          <a:solidFill>
            <a:srgbClr val="F48723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4498848"/>
            <a:ext cx="2368296" cy="1408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ource_text_4"/>
          <p:cNvSpPr txBox="1"/>
          <p:nvPr/>
        </p:nvSpPr>
        <p:spPr>
          <a:xfrm>
            <a:off x="9400032" y="4654296"/>
            <a:ext cx="2057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0000"/>
                </a:solidFill>
                <a:latin typeface="Montserrat"/>
              </a:rPr>
              <a:t>Add a main point</a:t>
            </a:r>
          </a:p>
        </p:txBody>
      </p:sp>
      <p:sp>
        <p:nvSpPr>
          <p:cNvPr id="23" name="source_text_8"/>
          <p:cNvSpPr txBox="1"/>
          <p:nvPr/>
        </p:nvSpPr>
        <p:spPr>
          <a:xfrm>
            <a:off x="9400032" y="5294376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34343"/>
                </a:solidFill>
                <a:latin typeface="Didact Gothic"/>
              </a:rPr>
              <a:t>Elaborate on what you want to discuss. 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419588" y="3776472"/>
            <a:ext cx="0" cy="722376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0268712" y="3625596"/>
            <a:ext cx="301752" cy="301752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