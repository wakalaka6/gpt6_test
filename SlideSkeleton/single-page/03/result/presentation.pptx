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: blue foundation band"/>
          <p:cNvSpPr/>
          <p:nvPr/>
        </p:nvSpPr>
        <p:spPr>
          <a:xfrm>
            <a:off x="0" y="5705856"/>
            <a:ext cx="12191999" cy="1152144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enerated: photo offset backing"/>
          <p:cNvSpPr/>
          <p:nvPr/>
        </p:nvSpPr>
        <p:spPr>
          <a:xfrm>
            <a:off x="5486400" y="749808"/>
            <a:ext cx="6126480" cy="5193792"/>
          </a:xfrm>
          <a:prstGeom prst="rect">
            <a:avLst/>
          </a:prstGeom>
          <a:solidFill>
            <a:srgbClr val="B4E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cover photograph: a4a5e47e0d62681f.jpg" descr="a4a5e47e0d62681f.jpg"/>
          <p:cNvPicPr>
            <a:picLocks noChangeAspect="1"/>
          </p:cNvPicPr>
          <p:nvPr/>
        </p:nvPicPr>
        <p:blipFill>
          <a:blip r:embed="rId2"/>
          <a:srcRect l="11844" r="11844"/>
          <a:stretch>
            <a:fillRect/>
          </a:stretch>
        </p:blipFill>
        <p:spPr>
          <a:xfrm>
            <a:off x="5669280" y="548640"/>
            <a:ext cx="5943600" cy="5193792"/>
          </a:xfrm>
          <a:prstGeom prst="rect">
            <a:avLst/>
          </a:prstGeom>
        </p:spPr>
      </p:pic>
      <p:sp>
        <p:nvSpPr>
          <p:cNvPr id="5" name="Source text block 0"/>
          <p:cNvSpPr txBox="1"/>
          <p:nvPr/>
        </p:nvSpPr>
        <p:spPr>
          <a:xfrm>
            <a:off x="621792" y="1920240"/>
            <a:ext cx="50749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>
                <a:solidFill>
                  <a:srgbClr val="0C48BB"/>
                </a:solidFill>
                <a:latin typeface="Tenor Sans"/>
              </a:rPr>
              <a:t>Company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>
                <a:solidFill>
                  <a:srgbClr val="0C48BB"/>
                </a:solidFill>
                <a:latin typeface="Tenor Sans"/>
              </a:rPr>
              <a:t>roadmap</a:t>
            </a:r>
          </a:p>
        </p:txBody>
      </p:sp>
      <p:sp>
        <p:nvSpPr>
          <p:cNvPr id="6" name="Source text block 1"/>
          <p:cNvSpPr txBox="1"/>
          <p:nvPr/>
        </p:nvSpPr>
        <p:spPr>
          <a:xfrm>
            <a:off x="658368" y="490118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86FB6"/>
                </a:solidFill>
                <a:latin typeface="Assistant"/>
              </a:rPr>
              <a:t>Presentation</a:t>
            </a:r>
          </a:p>
        </p:txBody>
      </p:sp>
      <p:sp>
        <p:nvSpPr>
          <p:cNvPr id="7" name="Generated: short title accent"/>
          <p:cNvSpPr/>
          <p:nvPr/>
        </p:nvSpPr>
        <p:spPr>
          <a:xfrm>
            <a:off x="658368" y="1033271"/>
            <a:ext cx="667512" cy="59436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 text block 6"/>
          <p:cNvSpPr txBox="1"/>
          <p:nvPr/>
        </p:nvSpPr>
        <p:spPr>
          <a:xfrm>
            <a:off x="621792" y="612648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100" b="0">
                <a:solidFill>
                  <a:srgbClr val="0C48BB"/>
                </a:solidFill>
                <a:latin typeface="Tenor Sans"/>
              </a:rPr>
              <a:t>Write your topic or idea</a:t>
            </a:r>
          </a:p>
        </p:txBody>
      </p:sp>
      <p:sp>
        <p:nvSpPr>
          <p:cNvPr id="3" name="Generated: three-point content field"/>
          <p:cNvSpPr/>
          <p:nvPr/>
        </p:nvSpPr>
        <p:spPr>
          <a:xfrm>
            <a:off x="0" y="1828800"/>
            <a:ext cx="12191999" cy="5029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oint icon: complex_087cc90810d59772.png" descr="complex_087cc90810d59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934" y="2185416"/>
            <a:ext cx="2203235" cy="2212848"/>
          </a:xfrm>
          <a:prstGeom prst="rect">
            <a:avLst/>
          </a:prstGeom>
        </p:spPr>
      </p:pic>
      <p:sp>
        <p:nvSpPr>
          <p:cNvPr id="5" name="Source text block 0"/>
          <p:cNvSpPr txBox="1"/>
          <p:nvPr/>
        </p:nvSpPr>
        <p:spPr>
          <a:xfrm>
            <a:off x="658368" y="4645152"/>
            <a:ext cx="320040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48BB"/>
                </a:solidFill>
                <a:latin typeface="Assistant"/>
              </a:rPr>
              <a:t>Add a main point</a:t>
            </a:r>
          </a:p>
        </p:txBody>
      </p:sp>
      <p:sp>
        <p:nvSpPr>
          <p:cNvPr id="6" name="Source text block 3"/>
          <p:cNvSpPr txBox="1"/>
          <p:nvPr/>
        </p:nvSpPr>
        <p:spPr>
          <a:xfrm>
            <a:off x="658368" y="5330952"/>
            <a:ext cx="30815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Assistant"/>
              </a:rPr>
              <a:t>Briefly elaborate on what you want to discuss. </a:t>
            </a:r>
          </a:p>
        </p:txBody>
      </p:sp>
      <p:pic>
        <p:nvPicPr>
          <p:cNvPr id="7" name="point icon: complex_102c6657ce79f8fc.png" descr="complex_102c6657ce79f8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270" y="2185416"/>
            <a:ext cx="2203235" cy="2212848"/>
          </a:xfrm>
          <a:prstGeom prst="rect">
            <a:avLst/>
          </a:prstGeom>
        </p:spPr>
      </p:pic>
      <p:sp>
        <p:nvSpPr>
          <p:cNvPr id="8" name="Source text block 1"/>
          <p:cNvSpPr txBox="1"/>
          <p:nvPr/>
        </p:nvSpPr>
        <p:spPr>
          <a:xfrm>
            <a:off x="4489704" y="4645152"/>
            <a:ext cx="320040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48BB"/>
                </a:solidFill>
                <a:latin typeface="Assistant"/>
              </a:rPr>
              <a:t>Add a main point</a:t>
            </a:r>
          </a:p>
        </p:txBody>
      </p:sp>
      <p:sp>
        <p:nvSpPr>
          <p:cNvPr id="9" name="Source text block 4"/>
          <p:cNvSpPr txBox="1"/>
          <p:nvPr/>
        </p:nvSpPr>
        <p:spPr>
          <a:xfrm>
            <a:off x="4489704" y="5330952"/>
            <a:ext cx="30815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Assistant"/>
              </a:rPr>
              <a:t>Briefly elaborate on what you want to discuss. </a:t>
            </a:r>
          </a:p>
        </p:txBody>
      </p:sp>
      <p:pic>
        <p:nvPicPr>
          <p:cNvPr id="10" name="point icon: complex_24d966189d7f599f.png" descr="complex_24d966189d7f59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606" y="2185416"/>
            <a:ext cx="2203235" cy="2212848"/>
          </a:xfrm>
          <a:prstGeom prst="rect">
            <a:avLst/>
          </a:prstGeom>
        </p:spPr>
      </p:pic>
      <p:sp>
        <p:nvSpPr>
          <p:cNvPr id="11" name="Source text block 2"/>
          <p:cNvSpPr txBox="1"/>
          <p:nvPr/>
        </p:nvSpPr>
        <p:spPr>
          <a:xfrm>
            <a:off x="8321040" y="4645152"/>
            <a:ext cx="320040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48BB"/>
                </a:solidFill>
                <a:latin typeface="Assistant"/>
              </a:rPr>
              <a:t>Add a main point</a:t>
            </a:r>
          </a:p>
        </p:txBody>
      </p:sp>
      <p:sp>
        <p:nvSpPr>
          <p:cNvPr id="12" name="Source text block 5"/>
          <p:cNvSpPr txBox="1"/>
          <p:nvPr/>
        </p:nvSpPr>
        <p:spPr>
          <a:xfrm>
            <a:off x="8321040" y="5330952"/>
            <a:ext cx="30815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Assistant"/>
              </a:rPr>
              <a:t>Briefly elaborate on what you want to discuss. </a:t>
            </a:r>
          </a:p>
        </p:txBody>
      </p:sp>
      <p:sp>
        <p:nvSpPr>
          <p:cNvPr id="13" name="Generated: column divider 1"/>
          <p:cNvSpPr/>
          <p:nvPr/>
        </p:nvSpPr>
        <p:spPr>
          <a:xfrm>
            <a:off x="4069080" y="2432304"/>
            <a:ext cx="10972" cy="359359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Generated: column divider 2"/>
          <p:cNvSpPr/>
          <p:nvPr/>
        </p:nvSpPr>
        <p:spPr>
          <a:xfrm>
            <a:off x="7900416" y="2432304"/>
            <a:ext cx="10972" cy="3593592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 text block 4"/>
          <p:cNvSpPr txBox="1"/>
          <p:nvPr/>
        </p:nvSpPr>
        <p:spPr>
          <a:xfrm>
            <a:off x="621792" y="512064"/>
            <a:ext cx="10972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C48BB"/>
                </a:solidFill>
                <a:latin typeface="Tenor Sans"/>
              </a:rPr>
              <a:t>Add a Team Members Page</a:t>
            </a:r>
          </a:p>
        </p:txBody>
      </p:sp>
      <p:sp>
        <p:nvSpPr>
          <p:cNvPr id="3" name="Source text block 5"/>
          <p:cNvSpPr txBox="1"/>
          <p:nvPr/>
        </p:nvSpPr>
        <p:spPr>
          <a:xfrm>
            <a:off x="658368" y="1307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00000"/>
                </a:solidFill>
                <a:latin typeface="Assistant"/>
              </a:rPr>
              <a:t>Elaborate on what you want to discuss. </a:t>
            </a:r>
          </a:p>
        </p:txBody>
      </p:sp>
      <p:pic>
        <p:nvPicPr>
          <p:cNvPr id="4" name="team portrait: 1f496a26d7194d8c.jpg" descr="1f496a26d7194d8c.jpg"/>
          <p:cNvPicPr>
            <a:picLocks noChangeAspect="1"/>
          </p:cNvPicPr>
          <p:nvPr/>
        </p:nvPicPr>
        <p:blipFill>
          <a:blip r:embed="rId2"/>
          <a:srcRect l="21193" r="21193"/>
          <a:stretch>
            <a:fillRect/>
          </a:stretch>
        </p:blipFill>
        <p:spPr>
          <a:xfrm>
            <a:off x="658368" y="2157984"/>
            <a:ext cx="2560320" cy="2962656"/>
          </a:xfrm>
          <a:prstGeom prst="rect">
            <a:avLst/>
          </a:prstGeom>
        </p:spPr>
      </p:pic>
      <p:sp>
        <p:nvSpPr>
          <p:cNvPr id="5" name="Generated: portrait baseline"/>
          <p:cNvSpPr/>
          <p:nvPr/>
        </p:nvSpPr>
        <p:spPr>
          <a:xfrm>
            <a:off x="658368" y="5120640"/>
            <a:ext cx="2560320" cy="59436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Source text block 0"/>
          <p:cNvSpPr txBox="1"/>
          <p:nvPr/>
        </p:nvSpPr>
        <p:spPr>
          <a:xfrm>
            <a:off x="658368" y="5440680"/>
            <a:ext cx="2560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48BB"/>
                </a:solidFill>
                <a:latin typeface="Assistant"/>
              </a:rPr>
              <a:t> Name</a:t>
            </a:r>
          </a:p>
        </p:txBody>
      </p:sp>
      <p:sp>
        <p:nvSpPr>
          <p:cNvPr id="7" name="Source text block 6"/>
          <p:cNvSpPr txBox="1"/>
          <p:nvPr/>
        </p:nvSpPr>
        <p:spPr>
          <a:xfrm>
            <a:off x="658368" y="59527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Title or Position</a:t>
            </a:r>
          </a:p>
        </p:txBody>
      </p:sp>
      <p:pic>
        <p:nvPicPr>
          <p:cNvPr id="8" name="team portrait: 408ad2fc71d6ce34.jpg" descr="408ad2fc71d6ce34.jpg"/>
          <p:cNvPicPr>
            <a:picLocks noChangeAspect="1"/>
          </p:cNvPicPr>
          <p:nvPr/>
        </p:nvPicPr>
        <p:blipFill>
          <a:blip r:embed="rId3"/>
          <a:srcRect l="21193" r="21193"/>
          <a:stretch>
            <a:fillRect/>
          </a:stretch>
        </p:blipFill>
        <p:spPr>
          <a:xfrm>
            <a:off x="3429000" y="2157984"/>
            <a:ext cx="2560320" cy="2962656"/>
          </a:xfrm>
          <a:prstGeom prst="rect">
            <a:avLst/>
          </a:prstGeom>
        </p:spPr>
      </p:pic>
      <p:sp>
        <p:nvSpPr>
          <p:cNvPr id="9" name="Generated: portrait baseline"/>
          <p:cNvSpPr/>
          <p:nvPr/>
        </p:nvSpPr>
        <p:spPr>
          <a:xfrm>
            <a:off x="3429000" y="5120640"/>
            <a:ext cx="2560320" cy="59436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ource text block 1"/>
          <p:cNvSpPr txBox="1"/>
          <p:nvPr/>
        </p:nvSpPr>
        <p:spPr>
          <a:xfrm>
            <a:off x="3429000" y="5440680"/>
            <a:ext cx="2560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48BB"/>
                </a:solidFill>
                <a:latin typeface="Assistant"/>
              </a:rPr>
              <a:t> Name</a:t>
            </a:r>
          </a:p>
        </p:txBody>
      </p:sp>
      <p:sp>
        <p:nvSpPr>
          <p:cNvPr id="11" name="Source text block 7"/>
          <p:cNvSpPr txBox="1"/>
          <p:nvPr/>
        </p:nvSpPr>
        <p:spPr>
          <a:xfrm>
            <a:off x="3429000" y="59527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Title or Position</a:t>
            </a:r>
          </a:p>
        </p:txBody>
      </p:sp>
      <p:pic>
        <p:nvPicPr>
          <p:cNvPr id="12" name="team portrait: bf7c7359bf4e9d36.jpg" descr="bf7c7359bf4e9d36.jpg"/>
          <p:cNvPicPr>
            <a:picLocks noChangeAspect="1"/>
          </p:cNvPicPr>
          <p:nvPr/>
        </p:nvPicPr>
        <p:blipFill>
          <a:blip r:embed="rId4"/>
          <a:srcRect l="21193" r="21193"/>
          <a:stretch>
            <a:fillRect/>
          </a:stretch>
        </p:blipFill>
        <p:spPr>
          <a:xfrm>
            <a:off x="6199632" y="2157984"/>
            <a:ext cx="2560320" cy="2962656"/>
          </a:xfrm>
          <a:prstGeom prst="rect">
            <a:avLst/>
          </a:prstGeom>
        </p:spPr>
      </p:pic>
      <p:sp>
        <p:nvSpPr>
          <p:cNvPr id="13" name="Generated: portrait baseline"/>
          <p:cNvSpPr/>
          <p:nvPr/>
        </p:nvSpPr>
        <p:spPr>
          <a:xfrm>
            <a:off x="6199632" y="5120640"/>
            <a:ext cx="2560320" cy="59436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Source text block 2"/>
          <p:cNvSpPr txBox="1"/>
          <p:nvPr/>
        </p:nvSpPr>
        <p:spPr>
          <a:xfrm>
            <a:off x="6199632" y="5440680"/>
            <a:ext cx="2560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48BB"/>
                </a:solidFill>
                <a:latin typeface="Assistant"/>
              </a:rPr>
              <a:t> Name</a:t>
            </a:r>
          </a:p>
        </p:txBody>
      </p:sp>
      <p:sp>
        <p:nvSpPr>
          <p:cNvPr id="15" name="Source text block 8"/>
          <p:cNvSpPr txBox="1"/>
          <p:nvPr/>
        </p:nvSpPr>
        <p:spPr>
          <a:xfrm>
            <a:off x="6199632" y="59527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Title or Position</a:t>
            </a:r>
          </a:p>
        </p:txBody>
      </p:sp>
      <p:pic>
        <p:nvPicPr>
          <p:cNvPr id="16" name="team portrait: d6534ff85b917e26.jpg" descr="d6534ff85b917e26.jpg"/>
          <p:cNvPicPr>
            <a:picLocks noChangeAspect="1"/>
          </p:cNvPicPr>
          <p:nvPr/>
        </p:nvPicPr>
        <p:blipFill>
          <a:blip r:embed="rId5"/>
          <a:srcRect l="21155" r="21155"/>
          <a:stretch>
            <a:fillRect/>
          </a:stretch>
        </p:blipFill>
        <p:spPr>
          <a:xfrm>
            <a:off x="8970264" y="2157984"/>
            <a:ext cx="2560320" cy="2962656"/>
          </a:xfrm>
          <a:prstGeom prst="rect">
            <a:avLst/>
          </a:prstGeom>
        </p:spPr>
      </p:pic>
      <p:sp>
        <p:nvSpPr>
          <p:cNvPr id="17" name="Generated: portrait baseline"/>
          <p:cNvSpPr/>
          <p:nvPr/>
        </p:nvSpPr>
        <p:spPr>
          <a:xfrm>
            <a:off x="8970264" y="5120640"/>
            <a:ext cx="2560320" cy="59436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Source text block 3"/>
          <p:cNvSpPr txBox="1"/>
          <p:nvPr/>
        </p:nvSpPr>
        <p:spPr>
          <a:xfrm>
            <a:off x="8970264" y="5440680"/>
            <a:ext cx="2560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48BB"/>
                </a:solidFill>
                <a:latin typeface="Assistant"/>
              </a:rPr>
              <a:t> Name</a:t>
            </a:r>
          </a:p>
        </p:txBody>
      </p:sp>
      <p:sp>
        <p:nvSpPr>
          <p:cNvPr id="19" name="Source text block 9"/>
          <p:cNvSpPr txBox="1"/>
          <p:nvPr/>
        </p:nvSpPr>
        <p:spPr>
          <a:xfrm>
            <a:off x="8970264" y="595274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Title or 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: photo-side field"/>
          <p:cNvSpPr/>
          <p:nvPr/>
        </p:nvSpPr>
        <p:spPr>
          <a:xfrm>
            <a:off x="6144768" y="0"/>
            <a:ext cx="6047231" cy="6858000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enerated: photo offset backing"/>
          <p:cNvSpPr/>
          <p:nvPr/>
        </p:nvSpPr>
        <p:spPr>
          <a:xfrm>
            <a:off x="6437376" y="1719072"/>
            <a:ext cx="5458968" cy="3694176"/>
          </a:xfrm>
          <a:prstGeom prst="rect">
            <a:avLst/>
          </a:prstGeom>
          <a:solidFill>
            <a:srgbClr val="B4E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teamwork photograph, uncropped: c1a340b9bebdbf05.jpg" descr="c1a340b9bebdbf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458087"/>
            <a:ext cx="5705856" cy="3804664"/>
          </a:xfrm>
          <a:prstGeom prst="rect">
            <a:avLst/>
          </a:prstGeom>
        </p:spPr>
      </p:pic>
      <p:sp>
        <p:nvSpPr>
          <p:cNvPr id="5" name="Source text block 0"/>
          <p:cNvSpPr txBox="1"/>
          <p:nvPr/>
        </p:nvSpPr>
        <p:spPr>
          <a:xfrm>
            <a:off x="658368" y="612648"/>
            <a:ext cx="524865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0C48BB"/>
                </a:solidFill>
                <a:latin typeface="Roboto"/>
              </a:rPr>
              <a:t>12 million</a:t>
            </a:r>
          </a:p>
        </p:txBody>
      </p:sp>
      <p:sp>
        <p:nvSpPr>
          <p:cNvPr id="6" name="Source text block 3"/>
          <p:cNvSpPr txBox="1"/>
          <p:nvPr/>
        </p:nvSpPr>
        <p:spPr>
          <a:xfrm>
            <a:off x="694944" y="1554480"/>
            <a:ext cx="49651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ssistant"/>
              </a:rPr>
              <a:t>Elaborate on the featured statistic.</a:t>
            </a:r>
          </a:p>
        </p:txBody>
      </p:sp>
      <p:sp>
        <p:nvSpPr>
          <p:cNvPr id="7" name="Generated: statistic separator"/>
          <p:cNvSpPr/>
          <p:nvPr/>
        </p:nvSpPr>
        <p:spPr>
          <a:xfrm>
            <a:off x="694944" y="2276856"/>
            <a:ext cx="4800600" cy="12801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Source text block 1"/>
          <p:cNvSpPr txBox="1"/>
          <p:nvPr/>
        </p:nvSpPr>
        <p:spPr>
          <a:xfrm>
            <a:off x="658368" y="2697480"/>
            <a:ext cx="524865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0C48BB"/>
                </a:solidFill>
                <a:latin typeface="Roboto"/>
              </a:rPr>
              <a:t>2 out of 5</a:t>
            </a:r>
          </a:p>
        </p:txBody>
      </p:sp>
      <p:sp>
        <p:nvSpPr>
          <p:cNvPr id="9" name="Source text block 4"/>
          <p:cNvSpPr txBox="1"/>
          <p:nvPr/>
        </p:nvSpPr>
        <p:spPr>
          <a:xfrm>
            <a:off x="694944" y="3639312"/>
            <a:ext cx="49651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ssistant"/>
              </a:rPr>
              <a:t>Elaborate on the featured statistic.</a:t>
            </a:r>
          </a:p>
        </p:txBody>
      </p:sp>
      <p:sp>
        <p:nvSpPr>
          <p:cNvPr id="10" name="Generated: statistic separator"/>
          <p:cNvSpPr/>
          <p:nvPr/>
        </p:nvSpPr>
        <p:spPr>
          <a:xfrm>
            <a:off x="694944" y="4361688"/>
            <a:ext cx="4800600" cy="12801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ource text block 2"/>
          <p:cNvSpPr txBox="1"/>
          <p:nvPr/>
        </p:nvSpPr>
        <p:spPr>
          <a:xfrm>
            <a:off x="658368" y="4782312"/>
            <a:ext cx="524865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0C48BB"/>
                </a:solidFill>
                <a:latin typeface="Roboto"/>
              </a:rPr>
              <a:t>95%</a:t>
            </a:r>
          </a:p>
        </p:txBody>
      </p:sp>
      <p:sp>
        <p:nvSpPr>
          <p:cNvPr id="12" name="Source text block 5"/>
          <p:cNvSpPr txBox="1"/>
          <p:nvPr/>
        </p:nvSpPr>
        <p:spPr>
          <a:xfrm>
            <a:off x="694944" y="5724144"/>
            <a:ext cx="49651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Assistant"/>
              </a:rPr>
              <a:t>Elaborate on the featured statistic.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urce text block 0"/>
          <p:cNvSpPr txBox="1"/>
          <p:nvPr/>
        </p:nvSpPr>
        <p:spPr>
          <a:xfrm>
            <a:off x="621792" y="548640"/>
            <a:ext cx="109728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C48BB"/>
                </a:solidFill>
                <a:latin typeface="Tenor Sans"/>
              </a:rPr>
              <a:t>Add a Timeline Page</a:t>
            </a:r>
          </a:p>
        </p:txBody>
      </p:sp>
      <p:sp>
        <p:nvSpPr>
          <p:cNvPr id="3" name="Generated: icon tile 1"/>
          <p:cNvSpPr/>
          <p:nvPr/>
        </p:nvSpPr>
        <p:spPr>
          <a:xfrm>
            <a:off x="658368" y="1938528"/>
            <a:ext cx="2340864" cy="2286000"/>
          </a:xfrm>
          <a:prstGeom prst="rect">
            <a:avLst/>
          </a:prstGeom>
          <a:solidFill>
            <a:srgbClr val="B4E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enerated: icon tile 2"/>
          <p:cNvSpPr/>
          <p:nvPr/>
        </p:nvSpPr>
        <p:spPr>
          <a:xfrm>
            <a:off x="3502152" y="1938528"/>
            <a:ext cx="2340864" cy="2286000"/>
          </a:xfrm>
          <a:prstGeom prst="rect">
            <a:avLst/>
          </a:prstGeom>
          <a:solidFill>
            <a:srgbClr val="486F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enerated: icon tile 3"/>
          <p:cNvSpPr/>
          <p:nvPr/>
        </p:nvSpPr>
        <p:spPr>
          <a:xfrm>
            <a:off x="6345936" y="1938528"/>
            <a:ext cx="2340864" cy="2286000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Generated: icon tile 4"/>
          <p:cNvSpPr/>
          <p:nvPr/>
        </p:nvSpPr>
        <p:spPr>
          <a:xfrm>
            <a:off x="9189720" y="1938528"/>
            <a:ext cx="2340864" cy="2286000"/>
          </a:xfrm>
          <a:prstGeom prst="rect">
            <a:avLst/>
          </a:prstGeom>
          <a:solidFill>
            <a:srgbClr val="B4E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stage 1 blue flag layer: complex_061663b4d7c202f7.png" descr="complex_061663b4d7c202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01" y="2295144"/>
            <a:ext cx="1142340" cy="1572768"/>
          </a:xfrm>
          <a:prstGeom prst="rect">
            <a:avLst/>
          </a:prstGeom>
        </p:spPr>
      </p:pic>
      <p:pic>
        <p:nvPicPr>
          <p:cNvPr id="8" name="stage 1 white flag outline: complex_a62338bedae8ca60.png" descr="complex_a62338bedae8ca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227145"/>
            <a:ext cx="1143000" cy="1562461"/>
          </a:xfrm>
          <a:prstGeom prst="rect">
            <a:avLst/>
          </a:prstGeom>
        </p:spPr>
      </p:pic>
      <p:pic>
        <p:nvPicPr>
          <p:cNvPr id="9" name="stage 2 white rocket shadow: complex_ee2a9ffccbfe8f8d.png" descr="complex_ee2a9ffccbfe8f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342" y="2304288"/>
            <a:ext cx="1352771" cy="1645919"/>
          </a:xfrm>
          <a:prstGeom prst="rect">
            <a:avLst/>
          </a:prstGeom>
        </p:spPr>
      </p:pic>
      <p:pic>
        <p:nvPicPr>
          <p:cNvPr id="10" name="stage 2 blue rocket foreground: complex_c3852997550b60e0.png" descr="complex_c3852997550b60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642" y="2231136"/>
            <a:ext cx="1341331" cy="1645919"/>
          </a:xfrm>
          <a:prstGeom prst="rect">
            <a:avLst/>
          </a:prstGeom>
        </p:spPr>
      </p:pic>
      <p:pic>
        <p:nvPicPr>
          <p:cNvPr id="11" name="stage 3 white rocket outline: complex_0b315b02736a3c70.png" descr="complex_0b315b02736a3c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982" y="2258568"/>
            <a:ext cx="1352771" cy="1645919"/>
          </a:xfrm>
          <a:prstGeom prst="rect">
            <a:avLst/>
          </a:prstGeom>
        </p:spPr>
      </p:pic>
      <p:pic>
        <p:nvPicPr>
          <p:cNvPr id="12" name="stage 4 blue trophy body: complex_f3148779c7d4399a.png" descr="complex_f3148779c7d439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276" y="2276856"/>
            <a:ext cx="947750" cy="1618488"/>
          </a:xfrm>
          <a:prstGeom prst="rect">
            <a:avLst/>
          </a:prstGeom>
        </p:spPr>
      </p:pic>
      <p:pic>
        <p:nvPicPr>
          <p:cNvPr id="13" name="stage 4 white trophy outline: complex_6aa58a4d31ac6f66.png" descr="complex_6aa58a4d31ac6f6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7497" y="2221992"/>
            <a:ext cx="1580172" cy="1682496"/>
          </a:xfrm>
          <a:prstGeom prst="rect">
            <a:avLst/>
          </a:prstGeom>
        </p:spPr>
      </p:pic>
      <p:sp>
        <p:nvSpPr>
          <p:cNvPr id="14" name="Generated: timeline connector"/>
          <p:cNvSpPr/>
          <p:nvPr/>
        </p:nvSpPr>
        <p:spPr>
          <a:xfrm>
            <a:off x="658368" y="4489704"/>
            <a:ext cx="10872216" cy="20116"/>
          </a:xfrm>
          <a:prstGeom prst="rect">
            <a:avLst/>
          </a:prstGeom>
          <a:solidFill>
            <a:srgbClr val="486F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Generated: timeline square node 1"/>
          <p:cNvSpPr/>
          <p:nvPr/>
        </p:nvSpPr>
        <p:spPr>
          <a:xfrm>
            <a:off x="658368" y="4425696"/>
            <a:ext cx="146304" cy="146304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Source text block 1"/>
          <p:cNvSpPr txBox="1"/>
          <p:nvPr/>
        </p:nvSpPr>
        <p:spPr>
          <a:xfrm>
            <a:off x="658368" y="4764024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48BB"/>
                </a:solidFill>
                <a:latin typeface="Assistant"/>
              </a:rPr>
              <a:t>Add a main point</a:t>
            </a:r>
          </a:p>
        </p:txBody>
      </p:sp>
      <p:sp>
        <p:nvSpPr>
          <p:cNvPr id="17" name="Source text block 5"/>
          <p:cNvSpPr txBox="1"/>
          <p:nvPr/>
        </p:nvSpPr>
        <p:spPr>
          <a:xfrm>
            <a:off x="658368" y="5458968"/>
            <a:ext cx="23500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Elaborate on what you want to discuss. </a:t>
            </a:r>
          </a:p>
        </p:txBody>
      </p:sp>
      <p:sp>
        <p:nvSpPr>
          <p:cNvPr id="18" name="Generated: timeline square node 2"/>
          <p:cNvSpPr/>
          <p:nvPr/>
        </p:nvSpPr>
        <p:spPr>
          <a:xfrm>
            <a:off x="3502152" y="4425696"/>
            <a:ext cx="146304" cy="146304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Source text block 2"/>
          <p:cNvSpPr txBox="1"/>
          <p:nvPr/>
        </p:nvSpPr>
        <p:spPr>
          <a:xfrm>
            <a:off x="3502152" y="4764024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48BB"/>
                </a:solidFill>
                <a:latin typeface="Assistant"/>
              </a:rPr>
              <a:t>Add a main point</a:t>
            </a:r>
          </a:p>
        </p:txBody>
      </p:sp>
      <p:sp>
        <p:nvSpPr>
          <p:cNvPr id="20" name="Source text block 6"/>
          <p:cNvSpPr txBox="1"/>
          <p:nvPr/>
        </p:nvSpPr>
        <p:spPr>
          <a:xfrm>
            <a:off x="3502152" y="5458968"/>
            <a:ext cx="23500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Elaborate on what you want to discuss. </a:t>
            </a:r>
          </a:p>
        </p:txBody>
      </p:sp>
      <p:sp>
        <p:nvSpPr>
          <p:cNvPr id="21" name="Generated: timeline square node 3"/>
          <p:cNvSpPr/>
          <p:nvPr/>
        </p:nvSpPr>
        <p:spPr>
          <a:xfrm>
            <a:off x="6345936" y="4425696"/>
            <a:ext cx="146304" cy="146304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Source text block 3"/>
          <p:cNvSpPr txBox="1"/>
          <p:nvPr/>
        </p:nvSpPr>
        <p:spPr>
          <a:xfrm>
            <a:off x="6345936" y="4764024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48BB"/>
                </a:solidFill>
                <a:latin typeface="Assistant"/>
              </a:rPr>
              <a:t>Add a main point</a:t>
            </a:r>
          </a:p>
        </p:txBody>
      </p:sp>
      <p:sp>
        <p:nvSpPr>
          <p:cNvPr id="23" name="Source text block 7"/>
          <p:cNvSpPr txBox="1"/>
          <p:nvPr/>
        </p:nvSpPr>
        <p:spPr>
          <a:xfrm>
            <a:off x="6345936" y="5458968"/>
            <a:ext cx="23500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Elaborate on what you want to discuss. </a:t>
            </a:r>
          </a:p>
        </p:txBody>
      </p:sp>
      <p:sp>
        <p:nvSpPr>
          <p:cNvPr id="24" name="Generated: timeline square node 4"/>
          <p:cNvSpPr/>
          <p:nvPr/>
        </p:nvSpPr>
        <p:spPr>
          <a:xfrm>
            <a:off x="9189720" y="4425696"/>
            <a:ext cx="146304" cy="146304"/>
          </a:xfrm>
          <a:prstGeom prst="rect">
            <a:avLst/>
          </a:prstGeom>
          <a:solidFill>
            <a:srgbClr val="0C48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Source text block 4"/>
          <p:cNvSpPr txBox="1"/>
          <p:nvPr/>
        </p:nvSpPr>
        <p:spPr>
          <a:xfrm>
            <a:off x="9189720" y="4764024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48BB"/>
                </a:solidFill>
                <a:latin typeface="Assistant"/>
              </a:rPr>
              <a:t>Add a main point</a:t>
            </a:r>
          </a:p>
        </p:txBody>
      </p:sp>
      <p:sp>
        <p:nvSpPr>
          <p:cNvPr id="26" name="Source text block 8"/>
          <p:cNvSpPr txBox="1"/>
          <p:nvPr/>
        </p:nvSpPr>
        <p:spPr>
          <a:xfrm>
            <a:off x="9189720" y="5458968"/>
            <a:ext cx="23500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Assistant"/>
              </a:rPr>
              <a:t>Elaborate on what you want to discuss.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