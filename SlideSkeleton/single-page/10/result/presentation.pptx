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93408"/>
            <a:ext cx="14630400" cy="1536192"/>
          </a:xfrm>
          <a:prstGeom prst="rect">
            <a:avLst/>
          </a:prstGeom>
          <a:solidFill>
            <a:srgbClr val="98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31520"/>
            <a:ext cx="118872" cy="393192"/>
          </a:xfrm>
          <a:prstGeom prst="rect">
            <a:avLst/>
          </a:prstGeom>
          <a:solidFill>
            <a:srgbClr val="FC73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_block_01"/>
          <p:cNvSpPr txBox="1"/>
          <p:nvPr/>
        </p:nvSpPr>
        <p:spPr>
          <a:xfrm>
            <a:off x="932688" y="7040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52747"/>
                </a:solidFill>
                <a:latin typeface="Be Vietnam Pro"/>
              </a:defRPr>
            </a:pPr>
            <a:r>
              <a:t>HISTORY OF</a:t>
            </a:r>
          </a:p>
        </p:txBody>
      </p:sp>
      <p:sp>
        <p:nvSpPr>
          <p:cNvPr id="5" name="text_block_00"/>
          <p:cNvSpPr txBox="1"/>
          <p:nvPr/>
        </p:nvSpPr>
        <p:spPr>
          <a:xfrm>
            <a:off x="594360" y="1874519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800" b="0">
                <a:solidFill>
                  <a:srgbClr val="252747"/>
                </a:solidFill>
                <a:latin typeface="Ultra"/>
              </a:defRPr>
            </a:pPr>
            <a:r>
              <a:t>GRAPHIC DESIGN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731520"/>
            <a:ext cx="2834640" cy="2834640"/>
          </a:xfrm>
          <a:prstGeom prst="ellipse">
            <a:avLst/>
          </a:prstGeom>
          <a:solidFill>
            <a:srgbClr val="F1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10800000">
            <a:off x="11018520" y="731520"/>
            <a:ext cx="2834640" cy="2834640"/>
          </a:xfrm>
          <a:prstGeom prst="rtTriangle">
            <a:avLst/>
          </a:prstGeom>
          <a:solidFill>
            <a:srgbClr val="FC73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18520" y="3840480"/>
            <a:ext cx="2834640" cy="2834640"/>
          </a:xfrm>
          <a:prstGeom prst="rect">
            <a:avLst/>
          </a:prstGeom>
          <a:solidFill>
            <a:srgbClr val="25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65992" y="4178808"/>
            <a:ext cx="2157984" cy="2157984"/>
          </a:xfrm>
          <a:prstGeom prst="ellipse">
            <a:avLst/>
          </a:prstGeom>
          <a:solidFill>
            <a:srgbClr val="EED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8595360" y="4709160"/>
            <a:ext cx="2148840" cy="1965960"/>
          </a:xfrm>
          <a:prstGeom prst="triangle">
            <a:avLst/>
          </a:prstGeom>
          <a:solidFill>
            <a:srgbClr val="FC73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5742432"/>
            <a:ext cx="566928" cy="566928"/>
          </a:xfrm>
          <a:prstGeom prst="ellipse">
            <a:avLst/>
          </a:prstGeom>
          <a:solidFill>
            <a:srgbClr val="25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320" y="5989320"/>
            <a:ext cx="5212080" cy="73152"/>
          </a:xfrm>
          <a:prstGeom prst="rect">
            <a:avLst/>
          </a:prstGeom>
          <a:solidFill>
            <a:srgbClr val="25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block_08"/>
          <p:cNvSpPr txBox="1"/>
          <p:nvPr/>
        </p:nvSpPr>
        <p:spPr>
          <a:xfrm>
            <a:off x="594360" y="548640"/>
            <a:ext cx="127101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252747"/>
                </a:solidFill>
                <a:latin typeface="Ultra"/>
              </a:defRPr>
            </a:pPr>
            <a:r>
              <a:t>RENAISSANCE DESIGN: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252747"/>
                </a:solidFill>
                <a:latin typeface="Ultra"/>
              </a:defRPr>
            </a:pPr>
            <a:r>
              <a:t>ART MEETS SCIENCE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4992624"/>
            <a:ext cx="3154680" cy="1956816"/>
          </a:xfrm>
          <a:prstGeom prst="rect">
            <a:avLst/>
          </a:prstGeom>
          <a:solidFill>
            <a:srgbClr val="98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ec0761f7e5b3510.jpg"/>
          <p:cNvPicPr>
            <a:picLocks noChangeAspect="1"/>
          </p:cNvPicPr>
          <p:nvPr/>
        </p:nvPicPr>
        <p:blipFill>
          <a:blip r:embed="rId2"/>
          <a:srcRect l="10048" r="10048"/>
          <a:stretch>
            <a:fillRect/>
          </a:stretch>
        </p:blipFill>
        <p:spPr>
          <a:xfrm>
            <a:off x="594360" y="2359152"/>
            <a:ext cx="3154680" cy="2633472"/>
          </a:xfrm>
          <a:prstGeom prst="rect">
            <a:avLst/>
          </a:prstGeom>
        </p:spPr>
      </p:pic>
      <p:sp>
        <p:nvSpPr>
          <p:cNvPr id="5" name="text_block_00"/>
          <p:cNvSpPr txBox="1"/>
          <p:nvPr/>
        </p:nvSpPr>
        <p:spPr>
          <a:xfrm>
            <a:off x="777240" y="5266944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2747"/>
                </a:solidFill>
                <a:latin typeface="Be Vietnam Pro"/>
              </a:defRPr>
            </a:pPr>
            <a:r>
              <a:t>ADD A MAIN POINT</a:t>
            </a:r>
          </a:p>
        </p:txBody>
      </p:sp>
      <p:sp>
        <p:nvSpPr>
          <p:cNvPr id="6" name="text_block_04"/>
          <p:cNvSpPr txBox="1"/>
          <p:nvPr/>
        </p:nvSpPr>
        <p:spPr>
          <a:xfrm>
            <a:off x="777240" y="5943600"/>
            <a:ext cx="27797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52747"/>
                </a:solidFill>
                <a:latin typeface="Be Vietnam Pro"/>
              </a:defRPr>
            </a:pPr>
            <a:r>
              <a:t>Briefly elaborate on what you want to discuss. 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992624"/>
            <a:ext cx="3154680" cy="1956816"/>
          </a:xfrm>
          <a:prstGeom prst="rect">
            <a:avLst/>
          </a:prstGeom>
          <a:solidFill>
            <a:srgbClr val="F1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84a3a1b9767b241.jpg"/>
          <p:cNvPicPr>
            <a:picLocks noChangeAspect="1"/>
          </p:cNvPicPr>
          <p:nvPr/>
        </p:nvPicPr>
        <p:blipFill>
          <a:blip r:embed="rId3"/>
          <a:srcRect l="10048" r="10048"/>
          <a:stretch>
            <a:fillRect/>
          </a:stretch>
        </p:blipFill>
        <p:spPr>
          <a:xfrm>
            <a:off x="4023360" y="2359152"/>
            <a:ext cx="3154680" cy="2633472"/>
          </a:xfrm>
          <a:prstGeom prst="rect">
            <a:avLst/>
          </a:prstGeom>
        </p:spPr>
      </p:pic>
      <p:sp>
        <p:nvSpPr>
          <p:cNvPr id="9" name="text_block_01"/>
          <p:cNvSpPr txBox="1"/>
          <p:nvPr/>
        </p:nvSpPr>
        <p:spPr>
          <a:xfrm>
            <a:off x="4206240" y="5266944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2747"/>
                </a:solidFill>
                <a:latin typeface="Be Vietnam Pro"/>
              </a:defRPr>
            </a:pPr>
            <a:r>
              <a:t>ADD A MAIN POINT</a:t>
            </a:r>
          </a:p>
        </p:txBody>
      </p:sp>
      <p:sp>
        <p:nvSpPr>
          <p:cNvPr id="10" name="text_block_05"/>
          <p:cNvSpPr txBox="1"/>
          <p:nvPr/>
        </p:nvSpPr>
        <p:spPr>
          <a:xfrm>
            <a:off x="4206240" y="5943600"/>
            <a:ext cx="27797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52747"/>
                </a:solidFill>
                <a:latin typeface="Be Vietnam Pro"/>
              </a:defRPr>
            </a:pPr>
            <a:r>
              <a:t>Briefly elaborate on what you want to discuss.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4992624"/>
            <a:ext cx="3154680" cy="1956816"/>
          </a:xfrm>
          <a:prstGeom prst="rect">
            <a:avLst/>
          </a:prstGeom>
          <a:solidFill>
            <a:srgbClr val="EED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4ab0ee1819663be.jpg"/>
          <p:cNvPicPr>
            <a:picLocks noChangeAspect="1"/>
          </p:cNvPicPr>
          <p:nvPr/>
        </p:nvPicPr>
        <p:blipFill>
          <a:blip r:embed="rId4"/>
          <a:srcRect l="16309" r="16309"/>
          <a:stretch>
            <a:fillRect/>
          </a:stretch>
        </p:blipFill>
        <p:spPr>
          <a:xfrm>
            <a:off x="7452360" y="2359152"/>
            <a:ext cx="3154680" cy="2633472"/>
          </a:xfrm>
          <a:prstGeom prst="rect">
            <a:avLst/>
          </a:prstGeom>
        </p:spPr>
      </p:pic>
      <p:sp>
        <p:nvSpPr>
          <p:cNvPr id="13" name="text_block_02"/>
          <p:cNvSpPr txBox="1"/>
          <p:nvPr/>
        </p:nvSpPr>
        <p:spPr>
          <a:xfrm>
            <a:off x="7635240" y="5266944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2747"/>
                </a:solidFill>
                <a:latin typeface="Be Vietnam Pro"/>
              </a:defRPr>
            </a:pPr>
            <a:r>
              <a:t>ADD A MAIN POINT</a:t>
            </a:r>
          </a:p>
        </p:txBody>
      </p:sp>
      <p:sp>
        <p:nvSpPr>
          <p:cNvPr id="14" name="text_block_06"/>
          <p:cNvSpPr txBox="1"/>
          <p:nvPr/>
        </p:nvSpPr>
        <p:spPr>
          <a:xfrm>
            <a:off x="7635240" y="5943600"/>
            <a:ext cx="27797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52747"/>
                </a:solidFill>
                <a:latin typeface="Be Vietnam Pro"/>
              </a:defRPr>
            </a:pPr>
            <a:r>
              <a:t>Briefly elaborate on what you want to discuss.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1360" y="4992624"/>
            <a:ext cx="3154680" cy="1956816"/>
          </a:xfrm>
          <a:prstGeom prst="rect">
            <a:avLst/>
          </a:prstGeom>
          <a:solidFill>
            <a:srgbClr val="98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ebabbbfadcf0d4b.jpg"/>
          <p:cNvPicPr>
            <a:picLocks noChangeAspect="1"/>
          </p:cNvPicPr>
          <p:nvPr/>
        </p:nvPicPr>
        <p:blipFill>
          <a:blip r:embed="rId5"/>
          <a:srcRect l="10892" r="10892"/>
          <a:stretch>
            <a:fillRect/>
          </a:stretch>
        </p:blipFill>
        <p:spPr>
          <a:xfrm>
            <a:off x="10881360" y="2359152"/>
            <a:ext cx="3154680" cy="2633472"/>
          </a:xfrm>
          <a:prstGeom prst="rect">
            <a:avLst/>
          </a:prstGeom>
        </p:spPr>
      </p:pic>
      <p:sp>
        <p:nvSpPr>
          <p:cNvPr id="17" name="text_block_03"/>
          <p:cNvSpPr txBox="1"/>
          <p:nvPr/>
        </p:nvSpPr>
        <p:spPr>
          <a:xfrm>
            <a:off x="11064240" y="5266944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2747"/>
                </a:solidFill>
                <a:latin typeface="Be Vietnam Pro"/>
              </a:defRPr>
            </a:pPr>
            <a:r>
              <a:t>ADD A MAIN POINT</a:t>
            </a:r>
          </a:p>
        </p:txBody>
      </p:sp>
      <p:sp>
        <p:nvSpPr>
          <p:cNvPr id="18" name="text_block_07"/>
          <p:cNvSpPr txBox="1"/>
          <p:nvPr/>
        </p:nvSpPr>
        <p:spPr>
          <a:xfrm>
            <a:off x="11064240" y="5943600"/>
            <a:ext cx="27797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52747"/>
                </a:solidFill>
                <a:latin typeface="Be Vietnam Pro"/>
              </a:defRPr>
            </a:pPr>
            <a:r>
              <a:t>Briefly elaborate on what you want to discuss. </a:t>
            </a:r>
          </a:p>
        </p:txBody>
      </p:sp>
      <p:sp>
        <p:nvSpPr>
          <p:cNvPr id="19" name="Oval 18"/>
          <p:cNvSpPr/>
          <p:nvPr/>
        </p:nvSpPr>
        <p:spPr>
          <a:xfrm>
            <a:off x="13304520" y="594360"/>
            <a:ext cx="713232" cy="713232"/>
          </a:xfrm>
          <a:prstGeom prst="ellipse">
            <a:avLst/>
          </a:prstGeom>
          <a:solidFill>
            <a:srgbClr val="FC73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_block_12"/>
          <p:cNvSpPr txBox="1"/>
          <p:nvPr/>
        </p:nvSpPr>
        <p:spPr>
          <a:xfrm>
            <a:off x="59436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introduction</a:t>
            </a:r>
          </a:p>
        </p:txBody>
      </p:sp>
      <p:sp>
        <p:nvSpPr>
          <p:cNvPr id="21" name="text_block_13"/>
          <p:cNvSpPr txBox="1"/>
          <p:nvPr/>
        </p:nvSpPr>
        <p:spPr>
          <a:xfrm>
            <a:off x="347472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modernism</a:t>
            </a:r>
          </a:p>
        </p:txBody>
      </p:sp>
      <p:sp>
        <p:nvSpPr>
          <p:cNvPr id="22" name="text_block_11"/>
          <p:cNvSpPr txBox="1"/>
          <p:nvPr/>
        </p:nvSpPr>
        <p:spPr>
          <a:xfrm>
            <a:off x="635508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contemporary</a:t>
            </a:r>
          </a:p>
        </p:txBody>
      </p:sp>
      <p:sp>
        <p:nvSpPr>
          <p:cNvPr id="23" name="text_block_09"/>
          <p:cNvSpPr txBox="1"/>
          <p:nvPr/>
        </p:nvSpPr>
        <p:spPr>
          <a:xfrm>
            <a:off x="923544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conclusion</a:t>
            </a:r>
          </a:p>
        </p:txBody>
      </p:sp>
      <p:sp>
        <p:nvSpPr>
          <p:cNvPr id="24" name="text_block_10"/>
          <p:cNvSpPr txBox="1"/>
          <p:nvPr/>
        </p:nvSpPr>
        <p:spPr>
          <a:xfrm>
            <a:off x="1211580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contact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7470648"/>
            <a:ext cx="13441680" cy="22860"/>
          </a:xfrm>
          <a:prstGeom prst="rect">
            <a:avLst/>
          </a:prstGeom>
          <a:solidFill>
            <a:srgbClr val="25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block_08"/>
          <p:cNvSpPr txBox="1"/>
          <p:nvPr/>
        </p:nvSpPr>
        <p:spPr>
          <a:xfrm>
            <a:off x="594360" y="539496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700" b="0">
                <a:solidFill>
                  <a:srgbClr val="252747"/>
                </a:solidFill>
                <a:latin typeface="Ultra"/>
              </a:defRPr>
            </a:pPr>
            <a:r>
              <a:t>MODERN GRAPHIC DESIGN</a:t>
            </a:r>
          </a:p>
        </p:txBody>
      </p:sp>
      <p:pic>
        <p:nvPicPr>
          <p:cNvPr id="3" name="Picture 2" descr="11f02ffbb66102de.jpg"/>
          <p:cNvPicPr>
            <a:picLocks noChangeAspect="1"/>
          </p:cNvPicPr>
          <p:nvPr/>
        </p:nvPicPr>
        <p:blipFill>
          <a:blip r:embed="rId2"/>
          <a:srcRect l="17489" r="17489"/>
          <a:stretch>
            <a:fillRect/>
          </a:stretch>
        </p:blipFill>
        <p:spPr>
          <a:xfrm>
            <a:off x="594360" y="1828800"/>
            <a:ext cx="5148072" cy="52760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6885432"/>
            <a:ext cx="5148072" cy="219456"/>
          </a:xfrm>
          <a:prstGeom prst="rect">
            <a:avLst/>
          </a:prstGeom>
          <a:solidFill>
            <a:srgbClr val="FC73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5352" y="1929384"/>
            <a:ext cx="109728" cy="886968"/>
          </a:xfrm>
          <a:prstGeom prst="rect">
            <a:avLst/>
          </a:prstGeom>
          <a:solidFill>
            <a:srgbClr val="FC73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_block_07"/>
          <p:cNvSpPr txBox="1"/>
          <p:nvPr/>
        </p:nvSpPr>
        <p:spPr>
          <a:xfrm>
            <a:off x="6547104" y="1892807"/>
            <a:ext cx="74706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2747"/>
                </a:solidFill>
                <a:latin typeface="Be Vietnam Pro"/>
              </a:defRPr>
            </a:pPr>
            <a:r>
              <a:t>INDUSTRIAL REVOLUTION AND MODERNISM</a:t>
            </a:r>
          </a:p>
        </p:txBody>
      </p:sp>
      <p:sp>
        <p:nvSpPr>
          <p:cNvPr id="7" name="text_block_03"/>
          <p:cNvSpPr txBox="1"/>
          <p:nvPr/>
        </p:nvSpPr>
        <p:spPr>
          <a:xfrm>
            <a:off x="6547104" y="2532887"/>
            <a:ext cx="7360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52747"/>
                </a:solidFill>
                <a:latin typeface="Be Vietnam Pro"/>
              </a:defRPr>
            </a:pPr>
            <a:r>
              <a:t>Elaborate on what you want to discuss. 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3227832"/>
            <a:ext cx="109728" cy="886968"/>
          </a:xfrm>
          <a:prstGeom prst="rect">
            <a:avLst/>
          </a:prstGeom>
          <a:solidFill>
            <a:srgbClr val="98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_block_00"/>
          <p:cNvSpPr txBox="1"/>
          <p:nvPr/>
        </p:nvSpPr>
        <p:spPr>
          <a:xfrm>
            <a:off x="6547104" y="3191256"/>
            <a:ext cx="74706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2747"/>
                </a:solidFill>
                <a:latin typeface="Be Vietnam Pro"/>
              </a:defRPr>
            </a:pPr>
            <a:r>
              <a:t>ART NOUVEAU</a:t>
            </a:r>
          </a:p>
        </p:txBody>
      </p:sp>
      <p:sp>
        <p:nvSpPr>
          <p:cNvPr id="10" name="text_block_04"/>
          <p:cNvSpPr txBox="1"/>
          <p:nvPr/>
        </p:nvSpPr>
        <p:spPr>
          <a:xfrm>
            <a:off x="6547104" y="3831335"/>
            <a:ext cx="7360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52747"/>
                </a:solidFill>
                <a:latin typeface="Be Vietnam Pro"/>
              </a:defRPr>
            </a:pPr>
            <a:r>
              <a:t>Elaborate on what you want to discuss.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4526280"/>
            <a:ext cx="109728" cy="886968"/>
          </a:xfrm>
          <a:prstGeom prst="rect">
            <a:avLst/>
          </a:prstGeom>
          <a:solidFill>
            <a:srgbClr val="F1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_block_01"/>
          <p:cNvSpPr txBox="1"/>
          <p:nvPr/>
        </p:nvSpPr>
        <p:spPr>
          <a:xfrm>
            <a:off x="6547104" y="4489704"/>
            <a:ext cx="74706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2747"/>
                </a:solidFill>
                <a:latin typeface="Be Vietnam Pro"/>
              </a:defRPr>
            </a:pPr>
            <a:r>
              <a:t>CONSTRUCTIVISM</a:t>
            </a:r>
          </a:p>
        </p:txBody>
      </p:sp>
      <p:sp>
        <p:nvSpPr>
          <p:cNvPr id="13" name="text_block_05"/>
          <p:cNvSpPr txBox="1"/>
          <p:nvPr/>
        </p:nvSpPr>
        <p:spPr>
          <a:xfrm>
            <a:off x="6547104" y="5129784"/>
            <a:ext cx="7360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52747"/>
                </a:solidFill>
                <a:latin typeface="Be Vietnam Pro"/>
              </a:defRPr>
            </a:pPr>
            <a:r>
              <a:t>Elaborate on what you want to discuss.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5824728"/>
            <a:ext cx="109728" cy="886968"/>
          </a:xfrm>
          <a:prstGeom prst="rect">
            <a:avLst/>
          </a:prstGeom>
          <a:solidFill>
            <a:srgbClr val="EED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_block_02"/>
          <p:cNvSpPr txBox="1"/>
          <p:nvPr/>
        </p:nvSpPr>
        <p:spPr>
          <a:xfrm>
            <a:off x="6547104" y="5788152"/>
            <a:ext cx="74706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2747"/>
                </a:solidFill>
                <a:latin typeface="Be Vietnam Pro"/>
              </a:defRPr>
            </a:pPr>
            <a:r>
              <a:t>DE STIJL AND MONDRIAN’S INFLUENCE</a:t>
            </a:r>
          </a:p>
        </p:txBody>
      </p:sp>
      <p:sp>
        <p:nvSpPr>
          <p:cNvPr id="16" name="text_block_06"/>
          <p:cNvSpPr txBox="1"/>
          <p:nvPr/>
        </p:nvSpPr>
        <p:spPr>
          <a:xfrm>
            <a:off x="6547104" y="6428232"/>
            <a:ext cx="7360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52747"/>
                </a:solidFill>
                <a:latin typeface="Be Vietnam Pro"/>
              </a:defRPr>
            </a:pPr>
            <a:r>
              <a:t>Elaborate on what you want to discuss. </a:t>
            </a:r>
          </a:p>
        </p:txBody>
      </p:sp>
      <p:sp>
        <p:nvSpPr>
          <p:cNvPr id="17" name="text_block_12"/>
          <p:cNvSpPr txBox="1"/>
          <p:nvPr/>
        </p:nvSpPr>
        <p:spPr>
          <a:xfrm>
            <a:off x="59436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introduction</a:t>
            </a:r>
          </a:p>
        </p:txBody>
      </p:sp>
      <p:sp>
        <p:nvSpPr>
          <p:cNvPr id="18" name="text_block_13"/>
          <p:cNvSpPr txBox="1"/>
          <p:nvPr/>
        </p:nvSpPr>
        <p:spPr>
          <a:xfrm>
            <a:off x="347472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modernism</a:t>
            </a:r>
          </a:p>
        </p:txBody>
      </p:sp>
      <p:sp>
        <p:nvSpPr>
          <p:cNvPr id="19" name="text_block_11"/>
          <p:cNvSpPr txBox="1"/>
          <p:nvPr/>
        </p:nvSpPr>
        <p:spPr>
          <a:xfrm>
            <a:off x="635508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contemporary</a:t>
            </a:r>
          </a:p>
        </p:txBody>
      </p:sp>
      <p:sp>
        <p:nvSpPr>
          <p:cNvPr id="20" name="text_block_09"/>
          <p:cNvSpPr txBox="1"/>
          <p:nvPr/>
        </p:nvSpPr>
        <p:spPr>
          <a:xfrm>
            <a:off x="923544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conclusion</a:t>
            </a:r>
          </a:p>
        </p:txBody>
      </p:sp>
      <p:sp>
        <p:nvSpPr>
          <p:cNvPr id="21" name="text_block_10"/>
          <p:cNvSpPr txBox="1"/>
          <p:nvPr/>
        </p:nvSpPr>
        <p:spPr>
          <a:xfrm>
            <a:off x="1211580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contact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7470648"/>
            <a:ext cx="13441680" cy="22860"/>
          </a:xfrm>
          <a:prstGeom prst="rect">
            <a:avLst/>
          </a:prstGeom>
          <a:solidFill>
            <a:srgbClr val="25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D9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block_00"/>
          <p:cNvSpPr txBox="1"/>
          <p:nvPr/>
        </p:nvSpPr>
        <p:spPr>
          <a:xfrm>
            <a:off x="594360" y="493776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300" b="0">
                <a:solidFill>
                  <a:srgbClr val="252747"/>
                </a:solidFill>
                <a:latin typeface="Ultra"/>
              </a:defRPr>
            </a:pPr>
            <a:r>
              <a:t>GALLERY IMAGE</a:t>
            </a:r>
          </a:p>
        </p:txBody>
      </p:sp>
      <p:sp>
        <p:nvSpPr>
          <p:cNvPr id="3" name="text_block_01"/>
          <p:cNvSpPr txBox="1"/>
          <p:nvPr/>
        </p:nvSpPr>
        <p:spPr>
          <a:xfrm>
            <a:off x="630936" y="1490472"/>
            <a:ext cx="121615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52747"/>
                </a:solidFill>
                <a:latin typeface="Be Vietnam Pro"/>
              </a:defRPr>
            </a:pPr>
            <a:r>
              <a:t>What can you say about your projects? Share it here!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87168"/>
            <a:ext cx="3154680" cy="3883061"/>
          </a:xfrm>
          <a:prstGeom prst="rect">
            <a:avLst/>
          </a:prstGeom>
          <a:solidFill>
            <a:srgbClr val="98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ff5d99d95867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77440"/>
            <a:ext cx="3154680" cy="38830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0" y="2843784"/>
            <a:ext cx="3154680" cy="3877013"/>
          </a:xfrm>
          <a:prstGeom prst="rect">
            <a:avLst/>
          </a:prstGeom>
          <a:solidFill>
            <a:srgbClr val="EED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f6119cc366456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734056"/>
            <a:ext cx="3154680" cy="387701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43800" y="2322576"/>
            <a:ext cx="3154680" cy="3883061"/>
          </a:xfrm>
          <a:prstGeom prst="rect">
            <a:avLst/>
          </a:prstGeom>
          <a:solidFill>
            <a:srgbClr val="FC73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9a711d455c6ef6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212848"/>
            <a:ext cx="3154680" cy="388306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972800" y="2670048"/>
            <a:ext cx="3154680" cy="3877013"/>
          </a:xfrm>
          <a:prstGeom prst="rect">
            <a:avLst/>
          </a:prstGeom>
          <a:solidFill>
            <a:srgbClr val="25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1f49c4972468f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2560320"/>
            <a:ext cx="3154680" cy="3877013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3149072" y="566928"/>
            <a:ext cx="777240" cy="777240"/>
          </a:xfrm>
          <a:prstGeom prst="ellipse">
            <a:avLst/>
          </a:prstGeom>
          <a:solidFill>
            <a:srgbClr val="FC73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_block_05"/>
          <p:cNvSpPr txBox="1"/>
          <p:nvPr/>
        </p:nvSpPr>
        <p:spPr>
          <a:xfrm>
            <a:off x="59436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introduction</a:t>
            </a:r>
          </a:p>
        </p:txBody>
      </p:sp>
      <p:sp>
        <p:nvSpPr>
          <p:cNvPr id="14" name="text_block_06"/>
          <p:cNvSpPr txBox="1"/>
          <p:nvPr/>
        </p:nvSpPr>
        <p:spPr>
          <a:xfrm>
            <a:off x="347472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modernism</a:t>
            </a:r>
          </a:p>
        </p:txBody>
      </p:sp>
      <p:sp>
        <p:nvSpPr>
          <p:cNvPr id="15" name="text_block_04"/>
          <p:cNvSpPr txBox="1"/>
          <p:nvPr/>
        </p:nvSpPr>
        <p:spPr>
          <a:xfrm>
            <a:off x="635508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contemporary</a:t>
            </a:r>
          </a:p>
        </p:txBody>
      </p:sp>
      <p:sp>
        <p:nvSpPr>
          <p:cNvPr id="16" name="text_block_02"/>
          <p:cNvSpPr txBox="1"/>
          <p:nvPr/>
        </p:nvSpPr>
        <p:spPr>
          <a:xfrm>
            <a:off x="923544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conclusion</a:t>
            </a:r>
          </a:p>
        </p:txBody>
      </p:sp>
      <p:sp>
        <p:nvSpPr>
          <p:cNvPr id="17" name="text_block_03"/>
          <p:cNvSpPr txBox="1"/>
          <p:nvPr/>
        </p:nvSpPr>
        <p:spPr>
          <a:xfrm>
            <a:off x="1211580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747"/>
                </a:solidFill>
                <a:latin typeface="Be Vietnam Pro"/>
              </a:defRPr>
            </a:pPr>
            <a:r>
              <a:t>contact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7470648"/>
            <a:ext cx="13441680" cy="22860"/>
          </a:xfrm>
          <a:prstGeom prst="rect">
            <a:avLst/>
          </a:prstGeom>
          <a:solidFill>
            <a:srgbClr val="25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block_09"/>
          <p:cNvSpPr txBox="1"/>
          <p:nvPr/>
        </p:nvSpPr>
        <p:spPr>
          <a:xfrm>
            <a:off x="594360" y="548640"/>
            <a:ext cx="10058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900" b="0">
                <a:solidFill>
                  <a:srgbClr val="F0F0F0"/>
                </a:solidFill>
                <a:latin typeface="Ultra"/>
              </a:defRPr>
            </a:pPr>
            <a: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77824" y="2020824"/>
            <a:ext cx="12710160" cy="4114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" y="1892807"/>
            <a:ext cx="301752" cy="301752"/>
          </a:xfrm>
          <a:prstGeom prst="ellipse">
            <a:avLst/>
          </a:prstGeom>
          <a:solidFill>
            <a:srgbClr val="98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2505456"/>
            <a:ext cx="4334256" cy="4562856"/>
          </a:xfrm>
          <a:prstGeom prst="rect">
            <a:avLst/>
          </a:prstGeom>
          <a:solidFill>
            <a:srgbClr val="98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_block_00"/>
          <p:cNvSpPr txBox="1"/>
          <p:nvPr/>
        </p:nvSpPr>
        <p:spPr>
          <a:xfrm>
            <a:off x="868680" y="2807208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900" b="0">
                <a:solidFill>
                  <a:srgbClr val="252747"/>
                </a:solidFill>
                <a:latin typeface="Ultra"/>
              </a:defRPr>
            </a:pPr>
            <a:r>
              <a:t>1990s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840480"/>
            <a:ext cx="3776472" cy="32004"/>
          </a:xfrm>
          <a:prstGeom prst="rect">
            <a:avLst/>
          </a:prstGeom>
          <a:solidFill>
            <a:srgbClr val="25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_block_03"/>
          <p:cNvSpPr txBox="1"/>
          <p:nvPr/>
        </p:nvSpPr>
        <p:spPr>
          <a:xfrm>
            <a:off x="868680" y="4160520"/>
            <a:ext cx="374903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52747"/>
                </a:solidFill>
                <a:latin typeface="Be Vietnam Pro"/>
              </a:defRPr>
            </a:pPr>
            <a:r>
              <a:t>ADD A MAIN POINT</a:t>
            </a:r>
          </a:p>
        </p:txBody>
      </p:sp>
      <p:sp>
        <p:nvSpPr>
          <p:cNvPr id="9" name="text_block_06"/>
          <p:cNvSpPr txBox="1"/>
          <p:nvPr/>
        </p:nvSpPr>
        <p:spPr>
          <a:xfrm>
            <a:off x="868680" y="4965192"/>
            <a:ext cx="3703320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52747"/>
                </a:solidFill>
                <a:latin typeface="Be Vietnam Pro"/>
              </a:defRPr>
            </a:pPr>
            <a:r>
              <a:t>Presentation are communication tools that can be used as demonstrations, lectures, reports, and more.</a:t>
            </a:r>
          </a:p>
        </p:txBody>
      </p:sp>
      <p:sp>
        <p:nvSpPr>
          <p:cNvPr id="10" name="Oval 9"/>
          <p:cNvSpPr/>
          <p:nvPr/>
        </p:nvSpPr>
        <p:spPr>
          <a:xfrm>
            <a:off x="5404104" y="1892807"/>
            <a:ext cx="301752" cy="301752"/>
          </a:xfrm>
          <a:prstGeom prst="ellipse">
            <a:avLst/>
          </a:prstGeom>
          <a:solidFill>
            <a:srgbClr val="F1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48072" y="2505456"/>
            <a:ext cx="4334256" cy="4562856"/>
          </a:xfrm>
          <a:prstGeom prst="rect">
            <a:avLst/>
          </a:prstGeom>
          <a:solidFill>
            <a:srgbClr val="F1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_block_01"/>
          <p:cNvSpPr txBox="1"/>
          <p:nvPr/>
        </p:nvSpPr>
        <p:spPr>
          <a:xfrm>
            <a:off x="5422392" y="2807208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900" b="0">
                <a:solidFill>
                  <a:srgbClr val="252747"/>
                </a:solidFill>
                <a:latin typeface="Ultra"/>
              </a:defRPr>
            </a:pPr>
            <a:r>
              <a:t>2000s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22392" y="3840480"/>
            <a:ext cx="3776472" cy="32004"/>
          </a:xfrm>
          <a:prstGeom prst="rect">
            <a:avLst/>
          </a:prstGeom>
          <a:solidFill>
            <a:srgbClr val="25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_block_04"/>
          <p:cNvSpPr txBox="1"/>
          <p:nvPr/>
        </p:nvSpPr>
        <p:spPr>
          <a:xfrm>
            <a:off x="5422392" y="4160520"/>
            <a:ext cx="374903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52747"/>
                </a:solidFill>
                <a:latin typeface="Be Vietnam Pro"/>
              </a:defRPr>
            </a:pPr>
            <a:r>
              <a:t>ADD A MAIN POINT</a:t>
            </a:r>
          </a:p>
        </p:txBody>
      </p:sp>
      <p:sp>
        <p:nvSpPr>
          <p:cNvPr id="15" name="text_block_07"/>
          <p:cNvSpPr txBox="1"/>
          <p:nvPr/>
        </p:nvSpPr>
        <p:spPr>
          <a:xfrm>
            <a:off x="5422392" y="4965192"/>
            <a:ext cx="3703320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52747"/>
                </a:solidFill>
                <a:latin typeface="Be Vietnam Pro"/>
              </a:defRPr>
            </a:pPr>
            <a:r>
              <a:t>Presentation are communication tools that can be used as demonstrations, lectures, reports, and more.</a:t>
            </a:r>
          </a:p>
        </p:txBody>
      </p:sp>
      <p:sp>
        <p:nvSpPr>
          <p:cNvPr id="16" name="Oval 15"/>
          <p:cNvSpPr/>
          <p:nvPr/>
        </p:nvSpPr>
        <p:spPr>
          <a:xfrm>
            <a:off x="9957816" y="1892807"/>
            <a:ext cx="301752" cy="301752"/>
          </a:xfrm>
          <a:prstGeom prst="ellipse">
            <a:avLst/>
          </a:prstGeom>
          <a:solidFill>
            <a:srgbClr val="EED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01784" y="2505456"/>
            <a:ext cx="4334256" cy="4562856"/>
          </a:xfrm>
          <a:prstGeom prst="rect">
            <a:avLst/>
          </a:prstGeom>
          <a:solidFill>
            <a:srgbClr val="EED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_block_02"/>
          <p:cNvSpPr txBox="1"/>
          <p:nvPr/>
        </p:nvSpPr>
        <p:spPr>
          <a:xfrm>
            <a:off x="9976104" y="2807208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900" b="0">
                <a:solidFill>
                  <a:srgbClr val="252747"/>
                </a:solidFill>
                <a:latin typeface="Ultra"/>
              </a:defRPr>
            </a:pPr>
            <a:r>
              <a:t>2020s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76104" y="3840480"/>
            <a:ext cx="3776472" cy="32004"/>
          </a:xfrm>
          <a:prstGeom prst="rect">
            <a:avLst/>
          </a:prstGeom>
          <a:solidFill>
            <a:srgbClr val="25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_block_05"/>
          <p:cNvSpPr txBox="1"/>
          <p:nvPr/>
        </p:nvSpPr>
        <p:spPr>
          <a:xfrm>
            <a:off x="9976104" y="4160520"/>
            <a:ext cx="374903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52747"/>
                </a:solidFill>
                <a:latin typeface="Be Vietnam Pro"/>
              </a:defRPr>
            </a:pPr>
            <a:r>
              <a:t>ADD A MAIN POINT</a:t>
            </a:r>
          </a:p>
        </p:txBody>
      </p:sp>
      <p:sp>
        <p:nvSpPr>
          <p:cNvPr id="21" name="text_block_08"/>
          <p:cNvSpPr txBox="1"/>
          <p:nvPr/>
        </p:nvSpPr>
        <p:spPr>
          <a:xfrm>
            <a:off x="9976104" y="4965192"/>
            <a:ext cx="3703320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52747"/>
                </a:solidFill>
                <a:latin typeface="Be Vietnam Pro"/>
              </a:defRPr>
            </a:pPr>
            <a:r>
              <a:t>Presentation are communication tools that can be used as demonstrations, lectures, reports, and more.</a:t>
            </a:r>
          </a:p>
        </p:txBody>
      </p:sp>
      <p:sp>
        <p:nvSpPr>
          <p:cNvPr id="22" name="Oval 21"/>
          <p:cNvSpPr/>
          <p:nvPr/>
        </p:nvSpPr>
        <p:spPr>
          <a:xfrm>
            <a:off x="12134088" y="585216"/>
            <a:ext cx="987552" cy="987552"/>
          </a:xfrm>
          <a:prstGeom prst="ellipse">
            <a:avLst/>
          </a:prstGeom>
          <a:solidFill>
            <a:srgbClr val="FC73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Triangle 22"/>
          <p:cNvSpPr/>
          <p:nvPr/>
        </p:nvSpPr>
        <p:spPr>
          <a:xfrm>
            <a:off x="13222224" y="585216"/>
            <a:ext cx="987552" cy="987552"/>
          </a:xfrm>
          <a:prstGeom prst="rtTriangle">
            <a:avLst/>
          </a:prstGeom>
          <a:solidFill>
            <a:srgbClr val="98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_block_13"/>
          <p:cNvSpPr txBox="1"/>
          <p:nvPr/>
        </p:nvSpPr>
        <p:spPr>
          <a:xfrm>
            <a:off x="59436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Be Vietnam Pro"/>
              </a:defRPr>
            </a:pPr>
            <a:r>
              <a:t>introduction</a:t>
            </a:r>
          </a:p>
        </p:txBody>
      </p:sp>
      <p:sp>
        <p:nvSpPr>
          <p:cNvPr id="25" name="text_block_14"/>
          <p:cNvSpPr txBox="1"/>
          <p:nvPr/>
        </p:nvSpPr>
        <p:spPr>
          <a:xfrm>
            <a:off x="347472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Be Vietnam Pro"/>
              </a:defRPr>
            </a:pPr>
            <a:r>
              <a:t>modernism</a:t>
            </a:r>
          </a:p>
        </p:txBody>
      </p:sp>
      <p:sp>
        <p:nvSpPr>
          <p:cNvPr id="26" name="text_block_12"/>
          <p:cNvSpPr txBox="1"/>
          <p:nvPr/>
        </p:nvSpPr>
        <p:spPr>
          <a:xfrm>
            <a:off x="635508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Be Vietnam Pro"/>
              </a:defRPr>
            </a:pPr>
            <a:r>
              <a:t>contemporary</a:t>
            </a:r>
          </a:p>
        </p:txBody>
      </p:sp>
      <p:sp>
        <p:nvSpPr>
          <p:cNvPr id="27" name="text_block_10"/>
          <p:cNvSpPr txBox="1"/>
          <p:nvPr/>
        </p:nvSpPr>
        <p:spPr>
          <a:xfrm>
            <a:off x="923544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Be Vietnam Pro"/>
              </a:defRPr>
            </a:pPr>
            <a:r>
              <a:t>conclusion</a:t>
            </a:r>
          </a:p>
        </p:txBody>
      </p:sp>
      <p:sp>
        <p:nvSpPr>
          <p:cNvPr id="28" name="text_block_11"/>
          <p:cNvSpPr txBox="1"/>
          <p:nvPr/>
        </p:nvSpPr>
        <p:spPr>
          <a:xfrm>
            <a:off x="12115800" y="7735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Be Vietnam Pro"/>
              </a:defRPr>
            </a:pPr>
            <a:r>
              <a:t>contact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7470648"/>
            <a:ext cx="13441680" cy="22860"/>
          </a:xfrm>
          <a:prstGeom prst="rect">
            <a:avLst/>
          </a:prstGeom>
          <a:solidFill>
            <a:srgbClr val="98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