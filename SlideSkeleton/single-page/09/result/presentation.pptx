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sset_00" descr="eb445272647923d3.jpg"/>
          <p:cNvPicPr>
            <a:picLocks noChangeAspect="1"/>
          </p:cNvPicPr>
          <p:nvPr/>
        </p:nvPicPr>
        <p:blipFill>
          <a:blip r:embed="rId2"/>
          <a:srcRect l="14818" r="10730"/>
          <a:stretch>
            <a:fillRect/>
          </a:stretch>
        </p:blipFill>
        <p:spPr>
          <a:xfrm>
            <a:off x="5806440" y="0"/>
            <a:ext cx="6385559" cy="6858000"/>
          </a:xfrm>
          <a:prstGeom prst="rect">
            <a:avLst/>
          </a:prstGeom>
        </p:spPr>
      </p:pic>
      <p:sp>
        <p:nvSpPr>
          <p:cNvPr id="3" name="gold_cover_frame"/>
          <p:cNvSpPr/>
          <p:nvPr/>
        </p:nvSpPr>
        <p:spPr>
          <a:xfrm>
            <a:off x="438912" y="438912"/>
            <a:ext cx="11314175" cy="5980176"/>
          </a:xfrm>
          <a:prstGeom prst="rect">
            <a:avLst/>
          </a:prstGeom>
          <a:noFill/>
          <a:ln w="9525">
            <a:solidFill>
              <a:srgbClr val="E4B4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old_cover_short_rule"/>
          <p:cNvSpPr/>
          <p:nvPr/>
        </p:nvSpPr>
        <p:spPr>
          <a:xfrm>
            <a:off x="804672" y="2084831"/>
            <a:ext cx="621792" cy="32004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_00"/>
          <p:cNvSpPr txBox="1"/>
          <p:nvPr/>
        </p:nvSpPr>
        <p:spPr>
          <a:xfrm>
            <a:off x="777240" y="2496312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5700">
                <a:solidFill>
                  <a:srgbClr val="E4B439"/>
                </a:solidFill>
                <a:latin typeface="Libre Baskerville"/>
              </a:defRPr>
            </a:pPr>
            <a:r>
              <a:rPr sz="5700" b="0" i="0">
                <a:solidFill>
                  <a:srgbClr val="E4B439"/>
                </a:solidFill>
                <a:latin typeface="Libre Baskerville"/>
              </a:rPr>
              <a:t>Elegant</a:t>
            </a:r>
          </a:p>
        </p:txBody>
      </p:sp>
      <p:sp>
        <p:nvSpPr>
          <p:cNvPr id="6" name="text_01"/>
          <p:cNvSpPr txBox="1"/>
          <p:nvPr/>
        </p:nvSpPr>
        <p:spPr>
          <a:xfrm>
            <a:off x="813816" y="3794760"/>
            <a:ext cx="46085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FFFFFF"/>
                </a:solidFill>
                <a:latin typeface="Arial"/>
              </a:defRPr>
            </a:pPr>
            <a:r>
              <a:rPr sz="1800" b="0" i="0">
                <a:solidFill>
                  <a:srgbClr val="FFFFFF"/>
                </a:solidFill>
                <a:latin typeface="Arial"/>
              </a:rPr>
              <a:t>Minimal Branding Kit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05"/>
          <p:cNvSpPr txBox="1"/>
          <p:nvPr/>
        </p:nvSpPr>
        <p:spPr>
          <a:xfrm>
            <a:off x="594360" y="384048"/>
            <a:ext cx="3657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12121"/>
                </a:solidFill>
                <a:latin typeface="Arial"/>
              </a:defRPr>
            </a:pPr>
            <a:r>
              <a:rPr sz="1900" b="0" i="0">
                <a:solidFill>
                  <a:srgbClr val="212121"/>
                </a:solidFill>
                <a:latin typeface="Arial"/>
              </a:rPr>
              <a:t>Our</a:t>
            </a:r>
          </a:p>
        </p:txBody>
      </p:sp>
      <p:sp>
        <p:nvSpPr>
          <p:cNvPr id="3" name="text_01"/>
          <p:cNvSpPr txBox="1"/>
          <p:nvPr/>
        </p:nvSpPr>
        <p:spPr>
          <a:xfrm>
            <a:off x="566928" y="859536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4300">
                <a:solidFill>
                  <a:srgbClr val="212121"/>
                </a:solidFill>
                <a:latin typeface="Libre Baskerville"/>
              </a:defRPr>
            </a:pPr>
            <a:r>
              <a:rPr sz="4300" b="0" i="0">
                <a:solidFill>
                  <a:srgbClr val="212121"/>
                </a:solidFill>
                <a:latin typeface="Libre Baskerville"/>
              </a:rPr>
              <a:t>Company</a:t>
            </a:r>
          </a:p>
        </p:txBody>
      </p:sp>
      <p:sp>
        <p:nvSpPr>
          <p:cNvPr id="4" name="text_00"/>
          <p:cNvSpPr txBox="1"/>
          <p:nvPr/>
        </p:nvSpPr>
        <p:spPr>
          <a:xfrm>
            <a:off x="3566160" y="758952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5000">
                <a:solidFill>
                  <a:srgbClr val="E4B439"/>
                </a:solidFill>
                <a:latin typeface="Libre Baskerville"/>
              </a:defRPr>
            </a:pPr>
            <a:r>
              <a:rPr sz="5000" b="0" i="0">
                <a:solidFill>
                  <a:srgbClr val="E4B439"/>
                </a:solidFill>
                <a:latin typeface="Libre Baskerville"/>
              </a:rPr>
              <a:t>?</a:t>
            </a:r>
          </a:p>
        </p:txBody>
      </p:sp>
      <p:sp>
        <p:nvSpPr>
          <p:cNvPr id="5" name="text_02"/>
          <p:cNvSpPr txBox="1"/>
          <p:nvPr/>
        </p:nvSpPr>
        <p:spPr>
          <a:xfrm>
            <a:off x="10506456" y="43891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12121"/>
                </a:solidFill>
                <a:latin typeface="Libre Baskerville"/>
              </a:defRPr>
            </a:pPr>
            <a:r>
              <a:rPr sz="1500" b="0" i="0">
                <a:solidFill>
                  <a:srgbClr val="212121"/>
                </a:solidFill>
                <a:latin typeface="Libre Baskerville"/>
              </a:rPr>
              <a:t>Logo</a:t>
            </a:r>
          </a:p>
        </p:txBody>
      </p:sp>
      <p:sp>
        <p:nvSpPr>
          <p:cNvPr id="6" name="company_header_rule"/>
          <p:cNvSpPr/>
          <p:nvPr/>
        </p:nvSpPr>
        <p:spPr>
          <a:xfrm>
            <a:off x="594360" y="1847088"/>
            <a:ext cx="11000232" cy="12801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asset_01" descr="fac1d8ff4403eabb.jpg"/>
          <p:cNvPicPr>
            <a:picLocks noChangeAspect="1"/>
          </p:cNvPicPr>
          <p:nvPr/>
        </p:nvPicPr>
        <p:blipFill>
          <a:blip r:embed="rId2"/>
          <a:srcRect t="4028" b="2169"/>
          <a:stretch>
            <a:fillRect/>
          </a:stretch>
        </p:blipFill>
        <p:spPr>
          <a:xfrm>
            <a:off x="594360" y="2212848"/>
            <a:ext cx="2880360" cy="4059936"/>
          </a:xfrm>
          <a:prstGeom prst="rect">
            <a:avLst/>
          </a:prstGeom>
        </p:spPr>
      </p:pic>
      <p:pic>
        <p:nvPicPr>
          <p:cNvPr id="8" name="asset_00" descr="c8f2f8d473ce7afb.jpg"/>
          <p:cNvPicPr>
            <a:picLocks noChangeAspect="1"/>
          </p:cNvPicPr>
          <p:nvPr/>
        </p:nvPicPr>
        <p:blipFill>
          <a:blip r:embed="rId3"/>
          <a:srcRect l="30256" r="4925"/>
          <a:stretch>
            <a:fillRect/>
          </a:stretch>
        </p:blipFill>
        <p:spPr>
          <a:xfrm>
            <a:off x="8723376" y="2212848"/>
            <a:ext cx="2871216" cy="4059936"/>
          </a:xfrm>
          <a:prstGeom prst="rect">
            <a:avLst/>
          </a:prstGeom>
        </p:spPr>
      </p:pic>
      <p:sp>
        <p:nvSpPr>
          <p:cNvPr id="9" name="text_07"/>
          <p:cNvSpPr txBox="1"/>
          <p:nvPr/>
        </p:nvSpPr>
        <p:spPr>
          <a:xfrm>
            <a:off x="3877056" y="2267712"/>
            <a:ext cx="4498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212121"/>
                </a:solidFill>
                <a:latin typeface="Libre Baskerville"/>
              </a:defRPr>
            </a:pPr>
            <a:r>
              <a:rPr sz="2400" b="0" i="0">
                <a:solidFill>
                  <a:srgbClr val="212121"/>
                </a:solidFill>
                <a:latin typeface="Libre Baskerville"/>
              </a:rPr>
              <a:t>Who we are?</a:t>
            </a:r>
          </a:p>
        </p:txBody>
      </p:sp>
      <p:sp>
        <p:nvSpPr>
          <p:cNvPr id="10" name="text_03"/>
          <p:cNvSpPr txBox="1"/>
          <p:nvPr/>
        </p:nvSpPr>
        <p:spPr>
          <a:xfrm>
            <a:off x="3886200" y="2907792"/>
            <a:ext cx="4325112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rPr sz="1600" b="0" i="0">
                <a:solidFill>
                  <a:srgbClr val="212121"/>
                </a:solidFill>
                <a:latin typeface="Arial"/>
              </a:rPr>
              <a:t>Lorem ipsum dolor sit amet, consectetur adipiscing elit. Sed quis nisl vitae leo tincidunt mattis. Fusce id lacus auctor, luctus nisi quis, aliquet eros. In hac habitasse platea dictumst.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12121"/>
                </a:solidFill>
                <a:latin typeface="Arial"/>
              </a:defRPr>
            </a:pPr>
          </a:p>
        </p:txBody>
      </p:sp>
      <p:sp>
        <p:nvSpPr>
          <p:cNvPr id="11" name="company_section_rule"/>
          <p:cNvSpPr/>
          <p:nvPr/>
        </p:nvSpPr>
        <p:spPr>
          <a:xfrm>
            <a:off x="3886200" y="4498848"/>
            <a:ext cx="457200" cy="20116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_06"/>
          <p:cNvSpPr txBox="1"/>
          <p:nvPr/>
        </p:nvSpPr>
        <p:spPr>
          <a:xfrm>
            <a:off x="3877056" y="4718304"/>
            <a:ext cx="4498848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212121"/>
                </a:solidFill>
                <a:latin typeface="Libre Baskerville"/>
              </a:defRPr>
            </a:pPr>
            <a:r>
              <a:rPr sz="2400" b="0" i="0">
                <a:solidFill>
                  <a:srgbClr val="212121"/>
                </a:solidFill>
                <a:latin typeface="Libre Baskerville"/>
              </a:rPr>
              <a:t>What we do? </a:t>
            </a:r>
          </a:p>
        </p:txBody>
      </p:sp>
      <p:sp>
        <p:nvSpPr>
          <p:cNvPr id="13" name="text_04"/>
          <p:cNvSpPr txBox="1"/>
          <p:nvPr/>
        </p:nvSpPr>
        <p:spPr>
          <a:xfrm>
            <a:off x="3886200" y="5330952"/>
            <a:ext cx="4325112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rPr sz="1600" b="0" i="0">
                <a:solidFill>
                  <a:srgbClr val="212121"/>
                </a:solidFill>
                <a:latin typeface="Arial"/>
              </a:rPr>
              <a:t>Lorem ipsum dolor sit amet, consectetur adipiscing elit. Sed quis nisl vitae leo tincidunt mattis. Fusce id lacus auctor, luctus nisi quis, aliquet eros. In hac habitasse platea dictumst.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12121"/>
                </a:solidFill>
                <a:latin typeface="Arial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06"/>
          <p:cNvSpPr txBox="1"/>
          <p:nvPr/>
        </p:nvSpPr>
        <p:spPr>
          <a:xfrm>
            <a:off x="594360" y="402336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4300">
                <a:solidFill>
                  <a:srgbClr val="FFFFFF"/>
                </a:solidFill>
                <a:latin typeface="Libre Baskerville"/>
              </a:defRPr>
            </a:pPr>
            <a:r>
              <a:rPr sz="4300" b="0" i="0">
                <a:solidFill>
                  <a:srgbClr val="FFFFFF"/>
                </a:solidFill>
                <a:latin typeface="Libre Baskerville"/>
              </a:rPr>
              <a:t>History</a:t>
            </a:r>
          </a:p>
        </p:txBody>
      </p:sp>
      <p:sp>
        <p:nvSpPr>
          <p:cNvPr id="3" name="text_11"/>
          <p:cNvSpPr txBox="1"/>
          <p:nvPr/>
        </p:nvSpPr>
        <p:spPr>
          <a:xfrm>
            <a:off x="594360" y="123444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E4B439"/>
                </a:solidFill>
                <a:latin typeface="Libre Baskerville"/>
              </a:defRPr>
            </a:pPr>
            <a:r>
              <a:rPr sz="2800" b="0" i="0">
                <a:solidFill>
                  <a:srgbClr val="E4B439"/>
                </a:solidFill>
                <a:latin typeface="Libre Baskerville"/>
              </a:rPr>
              <a:t>— </a:t>
            </a:r>
          </a:p>
        </p:txBody>
      </p:sp>
      <p:sp>
        <p:nvSpPr>
          <p:cNvPr id="4" name="text_07"/>
          <p:cNvSpPr txBox="1"/>
          <p:nvPr/>
        </p:nvSpPr>
        <p:spPr>
          <a:xfrm>
            <a:off x="10469880" y="438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FFFFFF"/>
                </a:solidFill>
                <a:latin typeface="Libre Baskerville"/>
              </a:defRPr>
            </a:pPr>
            <a:r>
              <a:rPr sz="1500" b="0" i="0">
                <a:solidFill>
                  <a:srgbClr val="FFFFFF"/>
                </a:solidFill>
                <a:latin typeface="Libre Baskerville"/>
              </a:rPr>
              <a:t>Logo</a:t>
            </a:r>
          </a:p>
        </p:txBody>
      </p:sp>
      <p:pic>
        <p:nvPicPr>
          <p:cNvPr id="5" name="asset_00" descr="ee1aeb771158e971.jpg"/>
          <p:cNvPicPr>
            <a:picLocks noChangeAspect="1"/>
          </p:cNvPicPr>
          <p:nvPr/>
        </p:nvPicPr>
        <p:blipFill>
          <a:blip r:embed="rId2"/>
          <a:srcRect t="8991" b="4841"/>
          <a:stretch>
            <a:fillRect/>
          </a:stretch>
        </p:blipFill>
        <p:spPr>
          <a:xfrm>
            <a:off x="594360" y="1865376"/>
            <a:ext cx="3127248" cy="2002536"/>
          </a:xfrm>
          <a:prstGeom prst="rect">
            <a:avLst/>
          </a:prstGeom>
        </p:spPr>
      </p:pic>
      <p:pic>
        <p:nvPicPr>
          <p:cNvPr id="6" name="asset_01" descr="fc8ee121c7450f55.jpg"/>
          <p:cNvPicPr>
            <a:picLocks noChangeAspect="1"/>
          </p:cNvPicPr>
          <p:nvPr/>
        </p:nvPicPr>
        <p:blipFill>
          <a:blip r:embed="rId3"/>
          <a:srcRect t="43579" b="3789"/>
          <a:stretch>
            <a:fillRect/>
          </a:stretch>
        </p:blipFill>
        <p:spPr>
          <a:xfrm>
            <a:off x="594360" y="4078224"/>
            <a:ext cx="3127248" cy="2194560"/>
          </a:xfrm>
          <a:prstGeom prst="rect">
            <a:avLst/>
          </a:prstGeom>
        </p:spPr>
      </p:pic>
      <p:sp>
        <p:nvSpPr>
          <p:cNvPr id="7" name="text_00"/>
          <p:cNvSpPr txBox="1"/>
          <p:nvPr/>
        </p:nvSpPr>
        <p:spPr>
          <a:xfrm>
            <a:off x="4224528" y="1865376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900">
                <a:solidFill>
                  <a:srgbClr val="E4B439"/>
                </a:solidFill>
                <a:latin typeface="Libre Baskerville"/>
              </a:defRPr>
            </a:pPr>
            <a:r>
              <a:rPr sz="2900" b="0" i="0">
                <a:solidFill>
                  <a:srgbClr val="E4B439"/>
                </a:solidFill>
                <a:latin typeface="Libre Baskerville"/>
              </a:rPr>
              <a:t>2019</a:t>
            </a:r>
          </a:p>
        </p:txBody>
      </p:sp>
      <p:sp>
        <p:nvSpPr>
          <p:cNvPr id="8" name="text_03"/>
          <p:cNvSpPr txBox="1"/>
          <p:nvPr/>
        </p:nvSpPr>
        <p:spPr>
          <a:xfrm>
            <a:off x="5925312" y="1883664"/>
            <a:ext cx="53035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FFFFFF"/>
                </a:solidFill>
                <a:latin typeface="Libre Baskerville"/>
              </a:defRPr>
            </a:pPr>
            <a:r>
              <a:rPr sz="2300" b="0" i="0">
                <a:solidFill>
                  <a:srgbClr val="FFFFFF"/>
                </a:solidFill>
                <a:latin typeface="Libre Baskerville"/>
              </a:rPr>
              <a:t>Add a main point</a:t>
            </a:r>
          </a:p>
        </p:txBody>
      </p:sp>
      <p:sp>
        <p:nvSpPr>
          <p:cNvPr id="9" name="text_08"/>
          <p:cNvSpPr txBox="1"/>
          <p:nvPr/>
        </p:nvSpPr>
        <p:spPr>
          <a:xfrm>
            <a:off x="5943600" y="2468880"/>
            <a:ext cx="535838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</a:rPr>
              <a:t>Lorem ipsum dolor sit amet, consectetur adipiscing elit. Sed quis nisl vitae leo tincidunt mattis.</a:t>
            </a:r>
          </a:p>
        </p:txBody>
      </p:sp>
      <p:sp>
        <p:nvSpPr>
          <p:cNvPr id="10" name="history_separator_1"/>
          <p:cNvSpPr/>
          <p:nvPr/>
        </p:nvSpPr>
        <p:spPr>
          <a:xfrm>
            <a:off x="4224528" y="3172968"/>
            <a:ext cx="7306056" cy="822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_01"/>
          <p:cNvSpPr txBox="1"/>
          <p:nvPr/>
        </p:nvSpPr>
        <p:spPr>
          <a:xfrm>
            <a:off x="4224528" y="33832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900">
                <a:solidFill>
                  <a:srgbClr val="E4B439"/>
                </a:solidFill>
                <a:latin typeface="Libre Baskerville"/>
              </a:defRPr>
            </a:pPr>
            <a:r>
              <a:rPr sz="2900" b="0" i="0">
                <a:solidFill>
                  <a:srgbClr val="E4B439"/>
                </a:solidFill>
                <a:latin typeface="Libre Baskerville"/>
              </a:rPr>
              <a:t>2021</a:t>
            </a:r>
          </a:p>
        </p:txBody>
      </p:sp>
      <p:sp>
        <p:nvSpPr>
          <p:cNvPr id="12" name="text_04"/>
          <p:cNvSpPr txBox="1"/>
          <p:nvPr/>
        </p:nvSpPr>
        <p:spPr>
          <a:xfrm>
            <a:off x="5925312" y="3401568"/>
            <a:ext cx="53035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FFFFFF"/>
                </a:solidFill>
                <a:latin typeface="Libre Baskerville"/>
              </a:defRPr>
            </a:pPr>
            <a:r>
              <a:rPr sz="2300" b="0" i="0">
                <a:solidFill>
                  <a:srgbClr val="FFFFFF"/>
                </a:solidFill>
                <a:latin typeface="Libre Baskerville"/>
              </a:rPr>
              <a:t>Add a main point</a:t>
            </a:r>
          </a:p>
        </p:txBody>
      </p:sp>
      <p:sp>
        <p:nvSpPr>
          <p:cNvPr id="13" name="text_09"/>
          <p:cNvSpPr txBox="1"/>
          <p:nvPr/>
        </p:nvSpPr>
        <p:spPr>
          <a:xfrm>
            <a:off x="5943600" y="3986784"/>
            <a:ext cx="535838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</a:rPr>
              <a:t>Lorem ipsum dolor sit amet, consectetur adipiscing elit. Sed quis nisl vitae leo tincidunt mattis.</a:t>
            </a:r>
          </a:p>
        </p:txBody>
      </p:sp>
      <p:sp>
        <p:nvSpPr>
          <p:cNvPr id="14" name="history_separator_2"/>
          <p:cNvSpPr/>
          <p:nvPr/>
        </p:nvSpPr>
        <p:spPr>
          <a:xfrm>
            <a:off x="4224528" y="4690872"/>
            <a:ext cx="7306056" cy="822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_02"/>
          <p:cNvSpPr txBox="1"/>
          <p:nvPr/>
        </p:nvSpPr>
        <p:spPr>
          <a:xfrm>
            <a:off x="4224528" y="4901183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900">
                <a:solidFill>
                  <a:srgbClr val="E4B439"/>
                </a:solidFill>
                <a:latin typeface="Libre Baskerville"/>
              </a:defRPr>
            </a:pPr>
            <a:r>
              <a:rPr sz="2900" b="0" i="0">
                <a:solidFill>
                  <a:srgbClr val="E4B439"/>
                </a:solidFill>
                <a:latin typeface="Libre Baskerville"/>
              </a:rPr>
              <a:t>2023</a:t>
            </a:r>
          </a:p>
        </p:txBody>
      </p:sp>
      <p:sp>
        <p:nvSpPr>
          <p:cNvPr id="16" name="text_05"/>
          <p:cNvSpPr txBox="1"/>
          <p:nvPr/>
        </p:nvSpPr>
        <p:spPr>
          <a:xfrm>
            <a:off x="5925312" y="4919471"/>
            <a:ext cx="5303520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FFFFFF"/>
                </a:solidFill>
                <a:latin typeface="Libre Baskerville"/>
              </a:defRPr>
            </a:pPr>
            <a:r>
              <a:rPr sz="2300" b="0" i="0">
                <a:solidFill>
                  <a:srgbClr val="FFFFFF"/>
                </a:solidFill>
                <a:latin typeface="Libre Baskerville"/>
              </a:rPr>
              <a:t>Add a main point</a:t>
            </a:r>
          </a:p>
        </p:txBody>
      </p:sp>
      <p:sp>
        <p:nvSpPr>
          <p:cNvPr id="17" name="text_10"/>
          <p:cNvSpPr txBox="1"/>
          <p:nvPr/>
        </p:nvSpPr>
        <p:spPr>
          <a:xfrm>
            <a:off x="5943600" y="5504688"/>
            <a:ext cx="5358384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FFFFFF"/>
                </a:solidFill>
                <a:latin typeface="Arial"/>
              </a:defRPr>
            </a:pPr>
            <a:r>
              <a:rPr sz="1600" b="0" i="0">
                <a:solidFill>
                  <a:srgbClr val="FFFFFF"/>
                </a:solidFill>
                <a:latin typeface="Arial"/>
              </a:rPr>
              <a:t>Lorem ipsum dolor sit amet, consectetur adipiscing elit. Sed quis nisl vitae leo tincidunt mattis.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09"/>
          <p:cNvSpPr txBox="1"/>
          <p:nvPr/>
        </p:nvSpPr>
        <p:spPr>
          <a:xfrm>
            <a:off x="594360" y="384048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12121"/>
                </a:solidFill>
                <a:latin typeface="Arial"/>
              </a:defRPr>
            </a:pPr>
            <a:r>
              <a:rPr sz="1900" b="0" i="0">
                <a:solidFill>
                  <a:srgbClr val="212121"/>
                </a:solidFill>
                <a:latin typeface="Arial"/>
              </a:rPr>
              <a:t>Our</a:t>
            </a:r>
          </a:p>
        </p:txBody>
      </p:sp>
      <p:sp>
        <p:nvSpPr>
          <p:cNvPr id="3" name="text_11"/>
          <p:cNvSpPr txBox="1"/>
          <p:nvPr/>
        </p:nvSpPr>
        <p:spPr>
          <a:xfrm>
            <a:off x="566928" y="859536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4300">
                <a:solidFill>
                  <a:srgbClr val="212121"/>
                </a:solidFill>
                <a:latin typeface="Libre Baskerville"/>
              </a:defRPr>
            </a:pPr>
            <a:r>
              <a:rPr sz="4300" b="0" i="0">
                <a:solidFill>
                  <a:srgbClr val="212121"/>
                </a:solidFill>
                <a:latin typeface="Libre Baskerville"/>
              </a:rPr>
              <a:t>Team</a:t>
            </a:r>
          </a:p>
        </p:txBody>
      </p:sp>
      <p:sp>
        <p:nvSpPr>
          <p:cNvPr id="4" name="text_06"/>
          <p:cNvSpPr txBox="1"/>
          <p:nvPr/>
        </p:nvSpPr>
        <p:spPr>
          <a:xfrm>
            <a:off x="10497312" y="3657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12121"/>
                </a:solidFill>
                <a:latin typeface="Libre Baskerville"/>
              </a:defRPr>
            </a:pPr>
            <a:r>
              <a:rPr sz="1500" b="0" i="0">
                <a:solidFill>
                  <a:srgbClr val="212121"/>
                </a:solidFill>
                <a:latin typeface="Libre Baskerville"/>
              </a:rPr>
              <a:t>Logo</a:t>
            </a:r>
          </a:p>
        </p:txBody>
      </p:sp>
      <p:sp>
        <p:nvSpPr>
          <p:cNvPr id="5" name="text_07"/>
          <p:cNvSpPr txBox="1"/>
          <p:nvPr/>
        </p:nvSpPr>
        <p:spPr>
          <a:xfrm>
            <a:off x="4800600" y="941832"/>
            <a:ext cx="651052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12121"/>
                </a:solidFill>
                <a:latin typeface="Arial"/>
              </a:defRPr>
            </a:pPr>
            <a:r>
              <a:rPr sz="1600" b="0" i="0">
                <a:solidFill>
                  <a:srgbClr val="212121"/>
                </a:solidFill>
                <a:latin typeface="Arial"/>
              </a:rPr>
              <a:t>Lorem ipsum dolor sit amet, consectetur adipiscing elit. Sed quis nisl vitae leo tincidunt mattis. Fusce id lacus auctor, luctus nisi quis, aliquet eros. In hac habitasse platea dictumst. </a:t>
            </a:r>
          </a:p>
        </p:txBody>
      </p:sp>
      <p:sp>
        <p:nvSpPr>
          <p:cNvPr id="6" name="team_header_rule"/>
          <p:cNvSpPr/>
          <p:nvPr/>
        </p:nvSpPr>
        <p:spPr>
          <a:xfrm>
            <a:off x="594360" y="2020824"/>
            <a:ext cx="11000232" cy="12801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" name="asset_01" descr="5f0f078052ca48a0.jpg"/>
          <p:cNvPicPr>
            <a:picLocks noChangeAspect="1"/>
          </p:cNvPicPr>
          <p:nvPr/>
        </p:nvPicPr>
        <p:blipFill>
          <a:blip r:embed="rId2"/>
          <a:srcRect t="6152" b="10038"/>
          <a:stretch>
            <a:fillRect/>
          </a:stretch>
        </p:blipFill>
        <p:spPr>
          <a:xfrm>
            <a:off x="594360" y="2350008"/>
            <a:ext cx="2551176" cy="3218688"/>
          </a:xfrm>
          <a:prstGeom prst="rect">
            <a:avLst/>
          </a:prstGeom>
        </p:spPr>
      </p:pic>
      <p:sp>
        <p:nvSpPr>
          <p:cNvPr id="8" name="text_03"/>
          <p:cNvSpPr txBox="1"/>
          <p:nvPr/>
        </p:nvSpPr>
        <p:spPr>
          <a:xfrm>
            <a:off x="594360" y="5742432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212121"/>
                </a:solidFill>
                <a:latin typeface="Libre Baskerville"/>
              </a:defRPr>
            </a:pPr>
            <a:r>
              <a:rPr sz="2000" b="0" i="0">
                <a:solidFill>
                  <a:srgbClr val="212121"/>
                </a:solidFill>
                <a:latin typeface="Libre Baskerville"/>
              </a:rPr>
              <a:t>Etta Roche</a:t>
            </a:r>
          </a:p>
        </p:txBody>
      </p:sp>
      <p:sp>
        <p:nvSpPr>
          <p:cNvPr id="9" name="text_00"/>
          <p:cNvSpPr txBox="1"/>
          <p:nvPr/>
        </p:nvSpPr>
        <p:spPr>
          <a:xfrm>
            <a:off x="594360" y="630021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rPr sz="1300" b="0" i="0">
                <a:solidFill>
                  <a:srgbClr val="212121"/>
                </a:solidFill>
                <a:latin typeface="Arial"/>
              </a:rPr>
              <a:t>CEO</a:t>
            </a:r>
          </a:p>
        </p:txBody>
      </p:sp>
      <p:sp>
        <p:nvSpPr>
          <p:cNvPr id="10" name="team_gold_accent_1"/>
          <p:cNvSpPr/>
          <p:nvPr/>
        </p:nvSpPr>
        <p:spPr>
          <a:xfrm>
            <a:off x="594360" y="6199632"/>
            <a:ext cx="246888" cy="1645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" name="asset_00" descr="5ef2430bfca7b3b0.jpg"/>
          <p:cNvPicPr>
            <a:picLocks noChangeAspect="1"/>
          </p:cNvPicPr>
          <p:nvPr/>
        </p:nvPicPr>
        <p:blipFill>
          <a:blip r:embed="rId3"/>
          <a:srcRect l="23108" r="24051"/>
          <a:stretch>
            <a:fillRect/>
          </a:stretch>
        </p:blipFill>
        <p:spPr>
          <a:xfrm>
            <a:off x="3410712" y="2350008"/>
            <a:ext cx="2551176" cy="3218688"/>
          </a:xfrm>
          <a:prstGeom prst="rect">
            <a:avLst/>
          </a:prstGeom>
        </p:spPr>
      </p:pic>
      <p:sp>
        <p:nvSpPr>
          <p:cNvPr id="12" name="text_04"/>
          <p:cNvSpPr txBox="1"/>
          <p:nvPr/>
        </p:nvSpPr>
        <p:spPr>
          <a:xfrm>
            <a:off x="3410712" y="5742432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212121"/>
                </a:solidFill>
                <a:latin typeface="Libre Baskerville"/>
              </a:defRPr>
            </a:pPr>
            <a:r>
              <a:rPr sz="2000" b="0" i="0">
                <a:solidFill>
                  <a:srgbClr val="212121"/>
                </a:solidFill>
                <a:latin typeface="Libre Baskerville"/>
              </a:rPr>
              <a:t>John Doe</a:t>
            </a:r>
          </a:p>
        </p:txBody>
      </p:sp>
      <p:sp>
        <p:nvSpPr>
          <p:cNvPr id="13" name="text_01"/>
          <p:cNvSpPr txBox="1"/>
          <p:nvPr/>
        </p:nvSpPr>
        <p:spPr>
          <a:xfrm>
            <a:off x="3410712" y="630021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rPr sz="1300" b="0" i="0">
                <a:solidFill>
                  <a:srgbClr val="212121"/>
                </a:solidFill>
                <a:latin typeface="Arial"/>
              </a:rPr>
              <a:t>CTO</a:t>
            </a:r>
          </a:p>
        </p:txBody>
      </p:sp>
      <p:sp>
        <p:nvSpPr>
          <p:cNvPr id="14" name="team_gold_accent_2"/>
          <p:cNvSpPr/>
          <p:nvPr/>
        </p:nvSpPr>
        <p:spPr>
          <a:xfrm>
            <a:off x="3410712" y="6199632"/>
            <a:ext cx="246888" cy="1645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asset_02" descr="b6f6dbf40dbe5706.jpg"/>
          <p:cNvPicPr>
            <a:picLocks noChangeAspect="1"/>
          </p:cNvPicPr>
          <p:nvPr/>
        </p:nvPicPr>
        <p:blipFill>
          <a:blip r:embed="rId4"/>
          <a:srcRect t="4761" b="11108"/>
          <a:stretch>
            <a:fillRect/>
          </a:stretch>
        </p:blipFill>
        <p:spPr>
          <a:xfrm>
            <a:off x="6227064" y="2350008"/>
            <a:ext cx="2551176" cy="3218688"/>
          </a:xfrm>
          <a:prstGeom prst="rect">
            <a:avLst/>
          </a:prstGeom>
        </p:spPr>
      </p:pic>
      <p:sp>
        <p:nvSpPr>
          <p:cNvPr id="16" name="text_05"/>
          <p:cNvSpPr txBox="1"/>
          <p:nvPr/>
        </p:nvSpPr>
        <p:spPr>
          <a:xfrm>
            <a:off x="6227064" y="5742432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212121"/>
                </a:solidFill>
                <a:latin typeface="Libre Baskerville"/>
              </a:defRPr>
            </a:pPr>
            <a:r>
              <a:rPr sz="2000" b="0" i="0">
                <a:solidFill>
                  <a:srgbClr val="212121"/>
                </a:solidFill>
                <a:latin typeface="Libre Baskerville"/>
              </a:rPr>
              <a:t>Kevin Bates</a:t>
            </a:r>
          </a:p>
        </p:txBody>
      </p:sp>
      <p:sp>
        <p:nvSpPr>
          <p:cNvPr id="17" name="text_02"/>
          <p:cNvSpPr txBox="1"/>
          <p:nvPr/>
        </p:nvSpPr>
        <p:spPr>
          <a:xfrm>
            <a:off x="6227064" y="630021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rPr sz="1300" b="0" i="0">
                <a:solidFill>
                  <a:srgbClr val="212121"/>
                </a:solidFill>
                <a:latin typeface="Arial"/>
              </a:rPr>
              <a:t>Creative Director</a:t>
            </a:r>
          </a:p>
        </p:txBody>
      </p:sp>
      <p:sp>
        <p:nvSpPr>
          <p:cNvPr id="18" name="team_gold_accent_3"/>
          <p:cNvSpPr/>
          <p:nvPr/>
        </p:nvSpPr>
        <p:spPr>
          <a:xfrm>
            <a:off x="6227064" y="6199632"/>
            <a:ext cx="246888" cy="1645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9" name="asset_03" descr="ebab50d5669e17f9.jpg"/>
          <p:cNvPicPr>
            <a:picLocks noChangeAspect="1"/>
          </p:cNvPicPr>
          <p:nvPr/>
        </p:nvPicPr>
        <p:blipFill>
          <a:blip r:embed="rId5"/>
          <a:srcRect t="2151" b="3226"/>
          <a:stretch>
            <a:fillRect/>
          </a:stretch>
        </p:blipFill>
        <p:spPr>
          <a:xfrm>
            <a:off x="9043416" y="2350008"/>
            <a:ext cx="2551176" cy="3218688"/>
          </a:xfrm>
          <a:prstGeom prst="rect">
            <a:avLst/>
          </a:prstGeom>
        </p:spPr>
      </p:pic>
      <p:sp>
        <p:nvSpPr>
          <p:cNvPr id="20" name="text_10"/>
          <p:cNvSpPr txBox="1"/>
          <p:nvPr/>
        </p:nvSpPr>
        <p:spPr>
          <a:xfrm>
            <a:off x="9043416" y="5742432"/>
            <a:ext cx="26151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212121"/>
                </a:solidFill>
                <a:latin typeface="Libre Baskerville"/>
              </a:defRPr>
            </a:pPr>
            <a:r>
              <a:rPr sz="2000" b="0" i="0">
                <a:solidFill>
                  <a:srgbClr val="212121"/>
                </a:solidFill>
                <a:latin typeface="Libre Baskerville"/>
              </a:rPr>
              <a:t>Petra Flores</a:t>
            </a:r>
          </a:p>
        </p:txBody>
      </p:sp>
      <p:sp>
        <p:nvSpPr>
          <p:cNvPr id="21" name="text_08"/>
          <p:cNvSpPr txBox="1"/>
          <p:nvPr/>
        </p:nvSpPr>
        <p:spPr>
          <a:xfrm>
            <a:off x="9043416" y="6300216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12121"/>
                </a:solidFill>
                <a:latin typeface="Arial"/>
              </a:defRPr>
            </a:pPr>
            <a:r>
              <a:rPr sz="1300" b="0" i="0">
                <a:solidFill>
                  <a:srgbClr val="212121"/>
                </a:solidFill>
                <a:latin typeface="Arial"/>
              </a:rPr>
              <a:t>Marketing</a:t>
            </a:r>
          </a:p>
        </p:txBody>
      </p:sp>
      <p:sp>
        <p:nvSpPr>
          <p:cNvPr id="22" name="team_gold_accent_4"/>
          <p:cNvSpPr/>
          <p:nvPr/>
        </p:nvSpPr>
        <p:spPr>
          <a:xfrm>
            <a:off x="9043416" y="6199632"/>
            <a:ext cx="246888" cy="16459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_00"/>
          <p:cNvSpPr txBox="1"/>
          <p:nvPr/>
        </p:nvSpPr>
        <p:spPr>
          <a:xfrm>
            <a:off x="594360" y="41148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4300">
                <a:solidFill>
                  <a:srgbClr val="FFFFFF"/>
                </a:solidFill>
                <a:latin typeface="Libre Baskerville"/>
              </a:defRPr>
            </a:pPr>
            <a:r>
              <a:rPr sz="4300" b="0" i="0">
                <a:solidFill>
                  <a:srgbClr val="FFFFFF"/>
                </a:solidFill>
                <a:latin typeface="Libre Baskerville"/>
              </a:rPr>
              <a:t>Imagery</a:t>
            </a:r>
          </a:p>
        </p:txBody>
      </p:sp>
      <p:sp>
        <p:nvSpPr>
          <p:cNvPr id="3" name="text_01"/>
          <p:cNvSpPr txBox="1"/>
          <p:nvPr/>
        </p:nvSpPr>
        <p:spPr>
          <a:xfrm>
            <a:off x="10469880" y="4389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FFFFFF"/>
                </a:solidFill>
                <a:latin typeface="Libre Baskerville"/>
              </a:defRPr>
            </a:pPr>
            <a:r>
              <a:rPr sz="1500" b="0" i="0">
                <a:solidFill>
                  <a:srgbClr val="FFFFFF"/>
                </a:solidFill>
                <a:latin typeface="Libre Baskerville"/>
              </a:rPr>
              <a:t>Logo</a:t>
            </a:r>
          </a:p>
        </p:txBody>
      </p:sp>
      <p:pic>
        <p:nvPicPr>
          <p:cNvPr id="4" name="asset_00" descr="1dfd8ab4709c5295.jpg"/>
          <p:cNvPicPr>
            <a:picLocks noChangeAspect="1"/>
          </p:cNvPicPr>
          <p:nvPr/>
        </p:nvPicPr>
        <p:blipFill>
          <a:blip r:embed="rId2"/>
          <a:srcRect l="7209" r="7209"/>
          <a:stretch>
            <a:fillRect/>
          </a:stretch>
        </p:blipFill>
        <p:spPr>
          <a:xfrm>
            <a:off x="594360" y="1947672"/>
            <a:ext cx="2551176" cy="2980944"/>
          </a:xfrm>
          <a:prstGeom prst="rect">
            <a:avLst/>
          </a:prstGeom>
        </p:spPr>
      </p:pic>
      <p:sp>
        <p:nvSpPr>
          <p:cNvPr id="5" name="text_06"/>
          <p:cNvSpPr txBox="1"/>
          <p:nvPr/>
        </p:nvSpPr>
        <p:spPr>
          <a:xfrm>
            <a:off x="594360" y="5166360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FFFFFF"/>
                </a:solidFill>
                <a:latin typeface="Libre Baskerville"/>
              </a:defRPr>
            </a:pPr>
            <a:r>
              <a:rPr sz="2200" b="0" i="0">
                <a:solidFill>
                  <a:srgbClr val="FFFFFF"/>
                </a:solidFill>
                <a:latin typeface="Libre Baskerville"/>
              </a:rPr>
              <a:t>Photo</a:t>
            </a:r>
          </a:p>
        </p:txBody>
      </p:sp>
      <p:sp>
        <p:nvSpPr>
          <p:cNvPr id="6" name="text_02"/>
          <p:cNvSpPr txBox="1"/>
          <p:nvPr/>
        </p:nvSpPr>
        <p:spPr>
          <a:xfrm>
            <a:off x="594360" y="5641848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40">
                <a:solidFill>
                  <a:srgbClr val="FFFFFF"/>
                </a:solidFill>
                <a:latin typeface="Arial"/>
              </a:defRPr>
            </a:pPr>
            <a:r>
              <a:rPr sz="1240" b="0" i="0">
                <a:solidFill>
                  <a:srgbClr val="FFFFFF"/>
                </a:solidFill>
                <a:latin typeface="Arial"/>
              </a:rPr>
              <a:t>Lorem ipsum dolor sit amet, </a:t>
            </a:r>
          </a:p>
        </p:txBody>
      </p:sp>
      <p:sp>
        <p:nvSpPr>
          <p:cNvPr id="7" name="gallery_gold_accent_1"/>
          <p:cNvSpPr/>
          <p:nvPr/>
        </p:nvSpPr>
        <p:spPr>
          <a:xfrm>
            <a:off x="594360" y="1801368"/>
            <a:ext cx="438912" cy="18288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asset_01" descr="54971bfd5cb09e85.jpg"/>
          <p:cNvPicPr>
            <a:picLocks noChangeAspect="1"/>
          </p:cNvPicPr>
          <p:nvPr/>
        </p:nvPicPr>
        <p:blipFill>
          <a:blip r:embed="rId3"/>
          <a:srcRect l="1786" r="1786"/>
          <a:stretch>
            <a:fillRect/>
          </a:stretch>
        </p:blipFill>
        <p:spPr>
          <a:xfrm>
            <a:off x="3410712" y="1581912"/>
            <a:ext cx="2551176" cy="3968496"/>
          </a:xfrm>
          <a:prstGeom prst="rect">
            <a:avLst/>
          </a:prstGeom>
        </p:spPr>
      </p:pic>
      <p:sp>
        <p:nvSpPr>
          <p:cNvPr id="9" name="text_07"/>
          <p:cNvSpPr txBox="1"/>
          <p:nvPr/>
        </p:nvSpPr>
        <p:spPr>
          <a:xfrm>
            <a:off x="3410712" y="577900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FFFFFF"/>
                </a:solidFill>
                <a:latin typeface="Libre Baskerville"/>
              </a:defRPr>
            </a:pPr>
            <a:r>
              <a:rPr sz="2200" b="0" i="0">
                <a:solidFill>
                  <a:srgbClr val="FFFFFF"/>
                </a:solidFill>
                <a:latin typeface="Libre Baskerville"/>
              </a:rPr>
              <a:t>Photo</a:t>
            </a:r>
          </a:p>
        </p:txBody>
      </p:sp>
      <p:sp>
        <p:nvSpPr>
          <p:cNvPr id="10" name="text_03"/>
          <p:cNvSpPr txBox="1"/>
          <p:nvPr/>
        </p:nvSpPr>
        <p:spPr>
          <a:xfrm>
            <a:off x="3410712" y="6254496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40">
                <a:solidFill>
                  <a:srgbClr val="FFFFFF"/>
                </a:solidFill>
                <a:latin typeface="Arial"/>
              </a:defRPr>
            </a:pPr>
            <a:r>
              <a:rPr sz="1240" b="0" i="0">
                <a:solidFill>
                  <a:srgbClr val="FFFFFF"/>
                </a:solidFill>
                <a:latin typeface="Arial"/>
              </a:rPr>
              <a:t>Lorem ipsum dolor sit amet, </a:t>
            </a:r>
          </a:p>
        </p:txBody>
      </p:sp>
      <p:sp>
        <p:nvSpPr>
          <p:cNvPr id="11" name="gallery_gold_accent_2"/>
          <p:cNvSpPr/>
          <p:nvPr/>
        </p:nvSpPr>
        <p:spPr>
          <a:xfrm>
            <a:off x="3410712" y="1435608"/>
            <a:ext cx="438912" cy="18288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asset_02" descr="5a5dcc42cec4ef72.jpg"/>
          <p:cNvPicPr>
            <a:picLocks noChangeAspect="1"/>
          </p:cNvPicPr>
          <p:nvPr/>
        </p:nvPicPr>
        <p:blipFill>
          <a:blip r:embed="rId4"/>
          <a:srcRect l="19320" r="23613"/>
          <a:stretch>
            <a:fillRect/>
          </a:stretch>
        </p:blipFill>
        <p:spPr>
          <a:xfrm>
            <a:off x="6227064" y="1947672"/>
            <a:ext cx="2551176" cy="2980944"/>
          </a:xfrm>
          <a:prstGeom prst="rect">
            <a:avLst/>
          </a:prstGeom>
        </p:spPr>
      </p:pic>
      <p:sp>
        <p:nvSpPr>
          <p:cNvPr id="13" name="text_08"/>
          <p:cNvSpPr txBox="1"/>
          <p:nvPr/>
        </p:nvSpPr>
        <p:spPr>
          <a:xfrm>
            <a:off x="6227064" y="5166360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FFFFFF"/>
                </a:solidFill>
                <a:latin typeface="Libre Baskerville"/>
              </a:defRPr>
            </a:pPr>
            <a:r>
              <a:rPr sz="2200" b="0" i="0">
                <a:solidFill>
                  <a:srgbClr val="FFFFFF"/>
                </a:solidFill>
                <a:latin typeface="Libre Baskerville"/>
              </a:rPr>
              <a:t>Photo</a:t>
            </a:r>
          </a:p>
        </p:txBody>
      </p:sp>
      <p:sp>
        <p:nvSpPr>
          <p:cNvPr id="14" name="text_04"/>
          <p:cNvSpPr txBox="1"/>
          <p:nvPr/>
        </p:nvSpPr>
        <p:spPr>
          <a:xfrm>
            <a:off x="6227064" y="5641848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40">
                <a:solidFill>
                  <a:srgbClr val="FFFFFF"/>
                </a:solidFill>
                <a:latin typeface="Arial"/>
              </a:defRPr>
            </a:pPr>
            <a:r>
              <a:rPr sz="1240" b="0" i="0">
                <a:solidFill>
                  <a:srgbClr val="FFFFFF"/>
                </a:solidFill>
                <a:latin typeface="Arial"/>
              </a:rPr>
              <a:t>Lorem ipsum dolor sit amet, </a:t>
            </a:r>
          </a:p>
        </p:txBody>
      </p:sp>
      <p:sp>
        <p:nvSpPr>
          <p:cNvPr id="15" name="gallery_gold_accent_3"/>
          <p:cNvSpPr/>
          <p:nvPr/>
        </p:nvSpPr>
        <p:spPr>
          <a:xfrm>
            <a:off x="6227064" y="1801368"/>
            <a:ext cx="438912" cy="18288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" name="asset_03" descr="7990f761b4612ca6.jpg"/>
          <p:cNvPicPr>
            <a:picLocks noChangeAspect="1"/>
          </p:cNvPicPr>
          <p:nvPr/>
        </p:nvPicPr>
        <p:blipFill>
          <a:blip r:embed="rId5"/>
          <a:srcRect l="1786" r="1786"/>
          <a:stretch>
            <a:fillRect/>
          </a:stretch>
        </p:blipFill>
        <p:spPr>
          <a:xfrm>
            <a:off x="9043416" y="1581912"/>
            <a:ext cx="2551176" cy="3968496"/>
          </a:xfrm>
          <a:prstGeom prst="rect">
            <a:avLst/>
          </a:prstGeom>
        </p:spPr>
      </p:pic>
      <p:sp>
        <p:nvSpPr>
          <p:cNvPr id="17" name="text_09"/>
          <p:cNvSpPr txBox="1"/>
          <p:nvPr/>
        </p:nvSpPr>
        <p:spPr>
          <a:xfrm>
            <a:off x="9043416" y="577900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FFFFFF"/>
                </a:solidFill>
                <a:latin typeface="Libre Baskerville"/>
              </a:defRPr>
            </a:pPr>
            <a:r>
              <a:rPr sz="2200" b="0" i="0">
                <a:solidFill>
                  <a:srgbClr val="FFFFFF"/>
                </a:solidFill>
                <a:latin typeface="Libre Baskerville"/>
              </a:rPr>
              <a:t>Photo</a:t>
            </a:r>
          </a:p>
        </p:txBody>
      </p:sp>
      <p:sp>
        <p:nvSpPr>
          <p:cNvPr id="18" name="text_05"/>
          <p:cNvSpPr txBox="1"/>
          <p:nvPr/>
        </p:nvSpPr>
        <p:spPr>
          <a:xfrm>
            <a:off x="9043416" y="6254496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defRPr sz="1240">
                <a:solidFill>
                  <a:srgbClr val="FFFFFF"/>
                </a:solidFill>
                <a:latin typeface="Arial"/>
              </a:defRPr>
            </a:pPr>
            <a:r>
              <a:rPr sz="1240" b="0" i="0">
                <a:solidFill>
                  <a:srgbClr val="FFFFFF"/>
                </a:solidFill>
                <a:latin typeface="Arial"/>
              </a:rPr>
              <a:t>Lorem ipsum dolor sit amet, </a:t>
            </a:r>
          </a:p>
        </p:txBody>
      </p:sp>
      <p:sp>
        <p:nvSpPr>
          <p:cNvPr id="19" name="gallery_gold_accent_4"/>
          <p:cNvSpPr/>
          <p:nvPr/>
        </p:nvSpPr>
        <p:spPr>
          <a:xfrm>
            <a:off x="9043416" y="1435608"/>
            <a:ext cx="438912" cy="18288"/>
          </a:xfrm>
          <a:prstGeom prst="rect">
            <a:avLst/>
          </a:prstGeom>
          <a:solidFill>
            <a:srgbClr val="E4B4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