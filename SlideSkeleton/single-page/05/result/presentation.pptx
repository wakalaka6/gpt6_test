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ource_asset_0" descr="dfd01a6f47547b89.jpg"/>
          <p:cNvPicPr>
            <a:picLocks noChangeAspect="1"/>
          </p:cNvPicPr>
          <p:nvPr/>
        </p:nvPicPr>
        <p:blipFill>
          <a:blip r:embed="rId2"/>
          <a:srcRect t="1115" b="1115"/>
          <a:stretch>
            <a:fillRect/>
          </a:stretch>
        </p:blipFill>
        <p:spPr>
          <a:xfrm>
            <a:off x="6931152" y="0"/>
            <a:ext cx="5260847" cy="6858000"/>
          </a:xfrm>
          <a:prstGeom prst="rect">
            <a:avLst/>
          </a:prstGeom>
        </p:spPr>
      </p:pic>
      <p:sp>
        <p:nvSpPr>
          <p:cNvPr id="3" name="source_text_2"/>
          <p:cNvSpPr txBox="1"/>
          <p:nvPr/>
        </p:nvSpPr>
        <p:spPr>
          <a:xfrm>
            <a:off x="566928" y="475488"/>
            <a:ext cx="56235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</a:rPr>
              <a:t>NAME LASTNAME</a:t>
            </a:r>
          </a:p>
        </p:txBody>
      </p:sp>
      <p:sp>
        <p:nvSpPr>
          <p:cNvPr id="4" name="generated_red_accent"/>
          <p:cNvSpPr/>
          <p:nvPr/>
        </p:nvSpPr>
        <p:spPr>
          <a:xfrm>
            <a:off x="566928" y="1161288"/>
            <a:ext cx="384048" cy="59436"/>
          </a:xfrm>
          <a:prstGeom prst="rect">
            <a:avLst/>
          </a:prstGeom>
          <a:solidFill>
            <a:srgbClr val="FF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_text_0"/>
          <p:cNvSpPr txBox="1"/>
          <p:nvPr/>
        </p:nvSpPr>
        <p:spPr>
          <a:xfrm>
            <a:off x="521207" y="1572768"/>
            <a:ext cx="6309360" cy="1691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000000"/>
                </a:solidFill>
                <a:latin typeface="Open Sans"/>
              </a:defRPr>
            </a:pPr>
            <a:r>
              <a:rPr sz="4900" b="1">
                <a:solidFill>
                  <a:srgbClr val="000000"/>
                </a:solidFill>
                <a:latin typeface="Open Sans"/>
              </a:rPr>
              <a:t>Architecture portfolio</a:t>
            </a:r>
          </a:p>
        </p:txBody>
      </p:sp>
      <p:sp>
        <p:nvSpPr>
          <p:cNvPr id="6" name="source_text_1"/>
          <p:cNvSpPr txBox="1"/>
          <p:nvPr/>
        </p:nvSpPr>
        <p:spPr>
          <a:xfrm>
            <a:off x="566928" y="3813048"/>
            <a:ext cx="5321808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Open Sans"/>
              </a:defRPr>
            </a:pPr>
            <a:r>
              <a:rPr sz="1700" b="0">
                <a:solidFill>
                  <a:srgbClr val="000000"/>
                </a:solidFill>
                <a:latin typeface="Open Sans"/>
              </a:rPr>
              <a:t>Elaborate on a personal detail you want to share. Elaborate on a personal detail you want to share. Elaborate on a personal detail you want to share.</a:t>
            </a:r>
          </a:p>
        </p:txBody>
      </p:sp>
      <p:sp>
        <p:nvSpPr>
          <p:cNvPr id="7" name="generated_footer_rule"/>
          <p:cNvSpPr/>
          <p:nvPr/>
        </p:nvSpPr>
        <p:spPr>
          <a:xfrm>
            <a:off x="566928" y="5577840"/>
            <a:ext cx="53492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urce_text_3"/>
          <p:cNvSpPr txBox="1"/>
          <p:nvPr/>
        </p:nvSpPr>
        <p:spPr>
          <a:xfrm>
            <a:off x="566928" y="5870448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</a:rPr>
              <a:t>PORTFOLIO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</a:rPr>
              <a:t>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3"/>
          <p:cNvSpPr txBox="1"/>
          <p:nvPr/>
        </p:nvSpPr>
        <p:spPr>
          <a:xfrm>
            <a:off x="530352" y="43891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Open Sans"/>
              </a:defRPr>
            </a:pPr>
            <a:r>
              <a:rPr sz="3600" b="1">
                <a:solidFill>
                  <a:srgbClr val="FFFFFF"/>
                </a:solidFill>
                <a:latin typeface="Open Sans"/>
              </a:rPr>
              <a:t>Fun Facts About Me</a:t>
            </a:r>
          </a:p>
        </p:txBody>
      </p:sp>
      <p:sp>
        <p:nvSpPr>
          <p:cNvPr id="3" name="generated_red_accent"/>
          <p:cNvSpPr/>
          <p:nvPr/>
        </p:nvSpPr>
        <p:spPr>
          <a:xfrm>
            <a:off x="566928" y="1362456"/>
            <a:ext cx="384048" cy="54864"/>
          </a:xfrm>
          <a:prstGeom prst="rect">
            <a:avLst/>
          </a:prstGeom>
          <a:solidFill>
            <a:srgbClr val="FF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ource_asset_0" descr="679f48f3705b461d.jpg"/>
          <p:cNvPicPr>
            <a:picLocks noChangeAspect="1"/>
          </p:cNvPicPr>
          <p:nvPr/>
        </p:nvPicPr>
        <p:blipFill>
          <a:blip r:embed="rId2"/>
          <a:srcRect l="82" r="82"/>
          <a:stretch>
            <a:fillRect/>
          </a:stretch>
        </p:blipFill>
        <p:spPr>
          <a:xfrm>
            <a:off x="566928" y="1828800"/>
            <a:ext cx="3465576" cy="2313432"/>
          </a:xfrm>
          <a:prstGeom prst="rect">
            <a:avLst/>
          </a:prstGeom>
        </p:spPr>
      </p:pic>
      <p:sp>
        <p:nvSpPr>
          <p:cNvPr id="5" name="source_text_0"/>
          <p:cNvSpPr txBox="1"/>
          <p:nvPr/>
        </p:nvSpPr>
        <p:spPr>
          <a:xfrm>
            <a:off x="566928" y="4489704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ADD A MAIN POINT</a:t>
            </a:r>
          </a:p>
        </p:txBody>
      </p:sp>
      <p:sp>
        <p:nvSpPr>
          <p:cNvPr id="6" name="source_text_5"/>
          <p:cNvSpPr txBox="1"/>
          <p:nvPr/>
        </p:nvSpPr>
        <p:spPr>
          <a:xfrm>
            <a:off x="566928" y="5010912"/>
            <a:ext cx="333756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Open Sans"/>
              </a:defRPr>
            </a:pPr>
            <a:r>
              <a:rPr sz="1600" b="0">
                <a:solidFill>
                  <a:srgbClr val="FFFFFF"/>
                </a:solidFill>
                <a:latin typeface="Open Sans"/>
              </a:rPr>
              <a:t>What makes you unique and interesting? Write them here!</a:t>
            </a:r>
          </a:p>
        </p:txBody>
      </p:sp>
      <p:pic>
        <p:nvPicPr>
          <p:cNvPr id="7" name="source_asset_1" descr="75a1b4e4e9e58bef.jpg"/>
          <p:cNvPicPr>
            <a:picLocks noChangeAspect="1"/>
          </p:cNvPicPr>
          <p:nvPr/>
        </p:nvPicPr>
        <p:blipFill>
          <a:blip r:embed="rId3"/>
          <a:srcRect t="5497" b="5497"/>
          <a:stretch>
            <a:fillRect/>
          </a:stretch>
        </p:blipFill>
        <p:spPr>
          <a:xfrm>
            <a:off x="4361688" y="1828800"/>
            <a:ext cx="3465576" cy="2313432"/>
          </a:xfrm>
          <a:prstGeom prst="rect">
            <a:avLst/>
          </a:prstGeom>
        </p:spPr>
      </p:pic>
      <p:sp>
        <p:nvSpPr>
          <p:cNvPr id="8" name="source_text_1"/>
          <p:cNvSpPr txBox="1"/>
          <p:nvPr/>
        </p:nvSpPr>
        <p:spPr>
          <a:xfrm>
            <a:off x="4361688" y="4489704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ADD A MAIN POINT</a:t>
            </a:r>
          </a:p>
        </p:txBody>
      </p:sp>
      <p:sp>
        <p:nvSpPr>
          <p:cNvPr id="9" name="source_text_6"/>
          <p:cNvSpPr txBox="1"/>
          <p:nvPr/>
        </p:nvSpPr>
        <p:spPr>
          <a:xfrm>
            <a:off x="4361688" y="5010912"/>
            <a:ext cx="333756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Open Sans"/>
              </a:defRPr>
            </a:pPr>
            <a:r>
              <a:rPr sz="1600" b="0">
                <a:solidFill>
                  <a:srgbClr val="FFFFFF"/>
                </a:solidFill>
                <a:latin typeface="Open Sans"/>
              </a:rPr>
              <a:t>What makes you unique and interesting? Write them here!</a:t>
            </a:r>
          </a:p>
        </p:txBody>
      </p:sp>
      <p:pic>
        <p:nvPicPr>
          <p:cNvPr id="10" name="source_asset_2" descr="92995155bfa4ba08.jpg"/>
          <p:cNvPicPr>
            <a:picLocks noChangeAspect="1"/>
          </p:cNvPicPr>
          <p:nvPr/>
        </p:nvPicPr>
        <p:blipFill>
          <a:blip r:embed="rId4"/>
          <a:srcRect l="66" r="66"/>
          <a:stretch>
            <a:fillRect/>
          </a:stretch>
        </p:blipFill>
        <p:spPr>
          <a:xfrm>
            <a:off x="8156448" y="1828800"/>
            <a:ext cx="3465576" cy="2313432"/>
          </a:xfrm>
          <a:prstGeom prst="rect">
            <a:avLst/>
          </a:prstGeom>
        </p:spPr>
      </p:pic>
      <p:sp>
        <p:nvSpPr>
          <p:cNvPr id="11" name="source_text_2"/>
          <p:cNvSpPr txBox="1"/>
          <p:nvPr/>
        </p:nvSpPr>
        <p:spPr>
          <a:xfrm>
            <a:off x="8156448" y="4489704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ADD A MAIN POINT</a:t>
            </a:r>
          </a:p>
        </p:txBody>
      </p:sp>
      <p:sp>
        <p:nvSpPr>
          <p:cNvPr id="12" name="source_text_7"/>
          <p:cNvSpPr txBox="1"/>
          <p:nvPr/>
        </p:nvSpPr>
        <p:spPr>
          <a:xfrm>
            <a:off x="8156448" y="5010912"/>
            <a:ext cx="333756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Open Sans"/>
              </a:defRPr>
            </a:pPr>
            <a:r>
              <a:rPr sz="1600" b="0">
                <a:solidFill>
                  <a:srgbClr val="FFFFFF"/>
                </a:solidFill>
                <a:latin typeface="Open Sans"/>
              </a:rPr>
              <a:t>What makes you unique and interesting? Write them here!</a:t>
            </a:r>
          </a:p>
        </p:txBody>
      </p:sp>
      <p:sp>
        <p:nvSpPr>
          <p:cNvPr id="13" name="source_text_4"/>
          <p:cNvSpPr txBox="1"/>
          <p:nvPr/>
        </p:nvSpPr>
        <p:spPr>
          <a:xfrm>
            <a:off x="10424160" y="6318504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Open Sans"/>
              </a:defRPr>
            </a:pPr>
            <a:r>
              <a:rPr sz="1100" b="1">
                <a:solidFill>
                  <a:srgbClr val="FFFFFF"/>
                </a:solidFill>
                <a:latin typeface="Open Sans"/>
              </a:rPr>
              <a:t>N  E  X 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0"/>
          <p:cNvSpPr txBox="1"/>
          <p:nvPr/>
        </p:nvSpPr>
        <p:spPr>
          <a:xfrm>
            <a:off x="530352" y="448056"/>
            <a:ext cx="731520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Open Sans"/>
              </a:defRPr>
            </a:pPr>
            <a:r>
              <a:rPr sz="4000" b="1">
                <a:solidFill>
                  <a:srgbClr val="000000"/>
                </a:solidFill>
                <a:latin typeface="Open Sans"/>
              </a:rPr>
              <a:t>My Projects</a:t>
            </a:r>
          </a:p>
        </p:txBody>
      </p:sp>
      <p:sp>
        <p:nvSpPr>
          <p:cNvPr id="3" name="source_text_2"/>
          <p:cNvSpPr txBox="1"/>
          <p:nvPr/>
        </p:nvSpPr>
        <p:spPr>
          <a:xfrm>
            <a:off x="8321040" y="530352"/>
            <a:ext cx="3319272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Open Sans"/>
              </a:defRPr>
            </a:pPr>
            <a:r>
              <a:rPr sz="1600" b="0">
                <a:solidFill>
                  <a:srgbClr val="000000"/>
                </a:solidFill>
                <a:latin typeface="Open Sans"/>
              </a:rPr>
              <a:t>What can you say about your projects? Share it here!</a:t>
            </a:r>
          </a:p>
        </p:txBody>
      </p:sp>
      <p:sp>
        <p:nvSpPr>
          <p:cNvPr id="4" name="generated_red_accent"/>
          <p:cNvSpPr/>
          <p:nvPr/>
        </p:nvSpPr>
        <p:spPr>
          <a:xfrm>
            <a:off x="566928" y="1380744"/>
            <a:ext cx="384048" cy="54864"/>
          </a:xfrm>
          <a:prstGeom prst="rect">
            <a:avLst/>
          </a:prstGeom>
          <a:solidFill>
            <a:srgbClr val="FF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_asset_0" descr="5ce1eeb01fd6ebd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1847088"/>
            <a:ext cx="6583680" cy="4389120"/>
          </a:xfrm>
          <a:prstGeom prst="rect">
            <a:avLst/>
          </a:prstGeom>
        </p:spPr>
      </p:pic>
      <p:pic>
        <p:nvPicPr>
          <p:cNvPr id="6" name="source_asset_1" descr="ca9ff625d035ee79.jp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488936" y="1847088"/>
            <a:ext cx="4133087" cy="2755391"/>
          </a:xfrm>
          <a:prstGeom prst="rect">
            <a:avLst/>
          </a:prstGeom>
        </p:spPr>
      </p:pic>
      <p:sp>
        <p:nvSpPr>
          <p:cNvPr id="7" name="generated_gallery_rule"/>
          <p:cNvSpPr/>
          <p:nvPr/>
        </p:nvSpPr>
        <p:spPr>
          <a:xfrm>
            <a:off x="7488936" y="4965192"/>
            <a:ext cx="4133087" cy="118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urce_text_1"/>
          <p:cNvSpPr txBox="1"/>
          <p:nvPr/>
        </p:nvSpPr>
        <p:spPr>
          <a:xfrm>
            <a:off x="10424160" y="630936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Open Sans"/>
              </a:defRPr>
            </a:pPr>
            <a:r>
              <a:rPr sz="1100" b="1">
                <a:solidFill>
                  <a:srgbClr val="000000"/>
                </a:solidFill>
                <a:latin typeface="Open Sans"/>
              </a:rPr>
              <a:t>N  E  X  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ource_asset_0" descr="83f6fbb242d22c6c.jpg"/>
          <p:cNvPicPr>
            <a:picLocks noChangeAspect="1"/>
          </p:cNvPicPr>
          <p:nvPr/>
        </p:nvPicPr>
        <p:blipFill>
          <a:blip r:embed="rId2"/>
          <a:srcRect l="13860" r="19140"/>
          <a:stretch>
            <a:fillRect/>
          </a:stretch>
        </p:blipFill>
        <p:spPr>
          <a:xfrm>
            <a:off x="0" y="0"/>
            <a:ext cx="3675887" cy="6858000"/>
          </a:xfrm>
          <a:prstGeom prst="rect">
            <a:avLst/>
          </a:prstGeom>
        </p:spPr>
      </p:pic>
      <p:sp>
        <p:nvSpPr>
          <p:cNvPr id="3" name="source_text_6"/>
          <p:cNvSpPr txBox="1"/>
          <p:nvPr/>
        </p:nvSpPr>
        <p:spPr>
          <a:xfrm>
            <a:off x="4215384" y="429768"/>
            <a:ext cx="7296912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Open Sans"/>
              </a:defRPr>
            </a:pPr>
            <a:r>
              <a:rPr sz="4000" b="1">
                <a:solidFill>
                  <a:srgbClr val="000000"/>
                </a:solidFill>
                <a:latin typeface="Open Sans"/>
              </a:rPr>
              <a:t>My Skills</a:t>
            </a:r>
          </a:p>
        </p:txBody>
      </p:sp>
      <p:sp>
        <p:nvSpPr>
          <p:cNvPr id="4" name="generated_red_accent"/>
          <p:cNvSpPr/>
          <p:nvPr/>
        </p:nvSpPr>
        <p:spPr>
          <a:xfrm>
            <a:off x="4251960" y="1362456"/>
            <a:ext cx="384048" cy="54864"/>
          </a:xfrm>
          <a:prstGeom prst="rect">
            <a:avLst/>
          </a:prstGeom>
          <a:solidFill>
            <a:srgbClr val="FF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_text_0"/>
          <p:cNvSpPr txBox="1"/>
          <p:nvPr/>
        </p:nvSpPr>
        <p:spPr>
          <a:xfrm>
            <a:off x="4251960" y="1828800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6" name="source_text_8"/>
          <p:cNvSpPr txBox="1"/>
          <p:nvPr/>
        </p:nvSpPr>
        <p:spPr>
          <a:xfrm>
            <a:off x="4251960" y="2258568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7" name="generated_skill_rule_0"/>
          <p:cNvSpPr/>
          <p:nvPr/>
        </p:nvSpPr>
        <p:spPr>
          <a:xfrm>
            <a:off x="4251960" y="2990088"/>
            <a:ext cx="3355848" cy="822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urce_text_1"/>
          <p:cNvSpPr txBox="1"/>
          <p:nvPr/>
        </p:nvSpPr>
        <p:spPr>
          <a:xfrm>
            <a:off x="8019288" y="1828800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9" name="source_text_9"/>
          <p:cNvSpPr txBox="1"/>
          <p:nvPr/>
        </p:nvSpPr>
        <p:spPr>
          <a:xfrm>
            <a:off x="8019288" y="2258568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10" name="generated_skill_rule_1"/>
          <p:cNvSpPr/>
          <p:nvPr/>
        </p:nvSpPr>
        <p:spPr>
          <a:xfrm>
            <a:off x="8019288" y="2990088"/>
            <a:ext cx="3355848" cy="822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ource_text_2"/>
          <p:cNvSpPr txBox="1"/>
          <p:nvPr/>
        </p:nvSpPr>
        <p:spPr>
          <a:xfrm>
            <a:off x="4251960" y="3218688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12" name="source_text_10"/>
          <p:cNvSpPr txBox="1"/>
          <p:nvPr/>
        </p:nvSpPr>
        <p:spPr>
          <a:xfrm>
            <a:off x="4251960" y="3648456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13" name="generated_skill_rule_2"/>
          <p:cNvSpPr/>
          <p:nvPr/>
        </p:nvSpPr>
        <p:spPr>
          <a:xfrm>
            <a:off x="4251960" y="4379976"/>
            <a:ext cx="3355848" cy="822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urce_text_3"/>
          <p:cNvSpPr txBox="1"/>
          <p:nvPr/>
        </p:nvSpPr>
        <p:spPr>
          <a:xfrm>
            <a:off x="8019288" y="3218688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15" name="source_text_11"/>
          <p:cNvSpPr txBox="1"/>
          <p:nvPr/>
        </p:nvSpPr>
        <p:spPr>
          <a:xfrm>
            <a:off x="8019288" y="3648456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16" name="generated_skill_rule_3"/>
          <p:cNvSpPr/>
          <p:nvPr/>
        </p:nvSpPr>
        <p:spPr>
          <a:xfrm>
            <a:off x="8019288" y="4379976"/>
            <a:ext cx="3355848" cy="822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ource_text_4"/>
          <p:cNvSpPr txBox="1"/>
          <p:nvPr/>
        </p:nvSpPr>
        <p:spPr>
          <a:xfrm>
            <a:off x="4251960" y="4608576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18" name="source_text_12"/>
          <p:cNvSpPr txBox="1"/>
          <p:nvPr/>
        </p:nvSpPr>
        <p:spPr>
          <a:xfrm>
            <a:off x="4251960" y="5038344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19" name="source_text_5"/>
          <p:cNvSpPr txBox="1"/>
          <p:nvPr/>
        </p:nvSpPr>
        <p:spPr>
          <a:xfrm>
            <a:off x="8019288" y="4608576"/>
            <a:ext cx="335584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Open Sans"/>
              </a:defRPr>
            </a:pPr>
            <a:r>
              <a:rPr sz="1450" b="1">
                <a:solidFill>
                  <a:srgbClr val="000000"/>
                </a:solidFill>
                <a:latin typeface="Open Sans"/>
              </a:rPr>
              <a:t>ADD A MAIN POINT</a:t>
            </a:r>
          </a:p>
        </p:txBody>
      </p:sp>
      <p:sp>
        <p:nvSpPr>
          <p:cNvPr id="20" name="source_text_13"/>
          <p:cNvSpPr txBox="1"/>
          <p:nvPr/>
        </p:nvSpPr>
        <p:spPr>
          <a:xfrm>
            <a:off x="8019288" y="5038344"/>
            <a:ext cx="333756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Open Sans"/>
              </a:defRPr>
            </a:pPr>
            <a:r>
              <a:rPr sz="1450" b="0">
                <a:solidFill>
                  <a:srgbClr val="000000"/>
                </a:solidFill>
                <a:latin typeface="Open Sans"/>
              </a:rPr>
              <a:t>What do you do during your free time? Write them here!</a:t>
            </a:r>
          </a:p>
        </p:txBody>
      </p:sp>
      <p:sp>
        <p:nvSpPr>
          <p:cNvPr id="21" name="source_text_7"/>
          <p:cNvSpPr txBox="1"/>
          <p:nvPr/>
        </p:nvSpPr>
        <p:spPr>
          <a:xfrm>
            <a:off x="10424160" y="6318504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Open Sans"/>
              </a:defRPr>
            </a:pPr>
            <a:r>
              <a:rPr sz="1100" b="1">
                <a:solidFill>
                  <a:srgbClr val="000000"/>
                </a:solidFill>
                <a:latin typeface="Open Sans"/>
              </a:rPr>
              <a:t>N  E  X 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0"/>
          <p:cNvSpPr txBox="1"/>
          <p:nvPr/>
        </p:nvSpPr>
        <p:spPr>
          <a:xfrm>
            <a:off x="530352" y="448056"/>
            <a:ext cx="1005840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Open Sans"/>
              </a:defRPr>
            </a:pPr>
            <a:r>
              <a:rPr sz="4000" b="1">
                <a:solidFill>
                  <a:srgbClr val="000000"/>
                </a:solidFill>
                <a:latin typeface="Open Sans"/>
              </a:rPr>
              <a:t>Meet Our Team</a:t>
            </a:r>
          </a:p>
        </p:txBody>
      </p:sp>
      <p:sp>
        <p:nvSpPr>
          <p:cNvPr id="3" name="generated_red_accent"/>
          <p:cNvSpPr/>
          <p:nvPr/>
        </p:nvSpPr>
        <p:spPr>
          <a:xfrm>
            <a:off x="566928" y="1380744"/>
            <a:ext cx="384048" cy="54864"/>
          </a:xfrm>
          <a:prstGeom prst="rect">
            <a:avLst/>
          </a:prstGeom>
          <a:solidFill>
            <a:srgbClr val="FF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ource_asset_0" descr="78a00b96c1ddfa89.jpg"/>
          <p:cNvPicPr>
            <a:picLocks noChangeAspect="1"/>
          </p:cNvPicPr>
          <p:nvPr/>
        </p:nvPicPr>
        <p:blipFill>
          <a:blip r:embed="rId2"/>
          <a:srcRect l="37" r="37"/>
          <a:stretch>
            <a:fillRect/>
          </a:stretch>
        </p:blipFill>
        <p:spPr>
          <a:xfrm>
            <a:off x="566928" y="1947672"/>
            <a:ext cx="3465576" cy="2313432"/>
          </a:xfrm>
          <a:prstGeom prst="rect">
            <a:avLst/>
          </a:prstGeom>
        </p:spPr>
      </p:pic>
      <p:sp>
        <p:nvSpPr>
          <p:cNvPr id="5" name="generated_team_caption_panel_0"/>
          <p:cNvSpPr/>
          <p:nvPr/>
        </p:nvSpPr>
        <p:spPr>
          <a:xfrm>
            <a:off x="566928" y="4261104"/>
            <a:ext cx="3465576" cy="11338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_text_2"/>
          <p:cNvSpPr txBox="1"/>
          <p:nvPr/>
        </p:nvSpPr>
        <p:spPr>
          <a:xfrm>
            <a:off x="740664" y="4489704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NAME SURNAME</a:t>
            </a:r>
          </a:p>
        </p:txBody>
      </p:sp>
      <p:sp>
        <p:nvSpPr>
          <p:cNvPr id="7" name="source_text_5"/>
          <p:cNvSpPr txBox="1"/>
          <p:nvPr/>
        </p:nvSpPr>
        <p:spPr>
          <a:xfrm>
            <a:off x="740664" y="4965192"/>
            <a:ext cx="3118104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Open Sans"/>
              </a:defRPr>
            </a:pPr>
            <a:r>
              <a:rPr sz="1300" b="0">
                <a:solidFill>
                  <a:srgbClr val="FFFFFF"/>
                </a:solidFill>
                <a:latin typeface="Open Sans"/>
              </a:rPr>
              <a:t>Title</a:t>
            </a:r>
          </a:p>
        </p:txBody>
      </p:sp>
      <p:pic>
        <p:nvPicPr>
          <p:cNvPr id="8" name="source_asset_1" descr="81ed80248fab5e69.jpg"/>
          <p:cNvPicPr>
            <a:picLocks noChangeAspect="1"/>
          </p:cNvPicPr>
          <p:nvPr/>
        </p:nvPicPr>
        <p:blipFill>
          <a:blip r:embed="rId3"/>
          <a:srcRect l="66" r="66"/>
          <a:stretch>
            <a:fillRect/>
          </a:stretch>
        </p:blipFill>
        <p:spPr>
          <a:xfrm>
            <a:off x="4361688" y="1947672"/>
            <a:ext cx="3465576" cy="2313432"/>
          </a:xfrm>
          <a:prstGeom prst="rect">
            <a:avLst/>
          </a:prstGeom>
        </p:spPr>
      </p:pic>
      <p:sp>
        <p:nvSpPr>
          <p:cNvPr id="9" name="generated_team_caption_panel_1"/>
          <p:cNvSpPr/>
          <p:nvPr/>
        </p:nvSpPr>
        <p:spPr>
          <a:xfrm>
            <a:off x="4361688" y="4261104"/>
            <a:ext cx="3465576" cy="11338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urce_text_3"/>
          <p:cNvSpPr txBox="1"/>
          <p:nvPr/>
        </p:nvSpPr>
        <p:spPr>
          <a:xfrm>
            <a:off x="4535424" y="4489704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NAME SURNAME</a:t>
            </a:r>
          </a:p>
        </p:txBody>
      </p:sp>
      <p:sp>
        <p:nvSpPr>
          <p:cNvPr id="11" name="source_text_6"/>
          <p:cNvSpPr txBox="1"/>
          <p:nvPr/>
        </p:nvSpPr>
        <p:spPr>
          <a:xfrm>
            <a:off x="4535424" y="4965192"/>
            <a:ext cx="3118104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Open Sans"/>
              </a:defRPr>
            </a:pPr>
            <a:r>
              <a:rPr sz="1300" b="0">
                <a:solidFill>
                  <a:srgbClr val="FFFFFF"/>
                </a:solidFill>
                <a:latin typeface="Open Sans"/>
              </a:rPr>
              <a:t>Title</a:t>
            </a:r>
          </a:p>
        </p:txBody>
      </p:sp>
      <p:pic>
        <p:nvPicPr>
          <p:cNvPr id="12" name="source_asset_2" descr="93eafe1bb6cc281d.jpg"/>
          <p:cNvPicPr>
            <a:picLocks noChangeAspect="1"/>
          </p:cNvPicPr>
          <p:nvPr/>
        </p:nvPicPr>
        <p:blipFill>
          <a:blip r:embed="rId4"/>
          <a:srcRect l="86" r="86"/>
          <a:stretch>
            <a:fillRect/>
          </a:stretch>
        </p:blipFill>
        <p:spPr>
          <a:xfrm>
            <a:off x="8156448" y="1947672"/>
            <a:ext cx="3465576" cy="2313432"/>
          </a:xfrm>
          <a:prstGeom prst="rect">
            <a:avLst/>
          </a:prstGeom>
        </p:spPr>
      </p:pic>
      <p:sp>
        <p:nvSpPr>
          <p:cNvPr id="13" name="generated_team_caption_panel_2"/>
          <p:cNvSpPr/>
          <p:nvPr/>
        </p:nvSpPr>
        <p:spPr>
          <a:xfrm>
            <a:off x="8156448" y="4261104"/>
            <a:ext cx="3465576" cy="11338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urce_text_4"/>
          <p:cNvSpPr txBox="1"/>
          <p:nvPr/>
        </p:nvSpPr>
        <p:spPr>
          <a:xfrm>
            <a:off x="8330183" y="4489704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Open Sans"/>
              </a:defRPr>
            </a:pPr>
            <a:r>
              <a:rPr sz="1600" b="1">
                <a:solidFill>
                  <a:srgbClr val="FFFFFF"/>
                </a:solidFill>
                <a:latin typeface="Open Sans"/>
              </a:rPr>
              <a:t>NAME SURNAME</a:t>
            </a:r>
          </a:p>
        </p:txBody>
      </p:sp>
      <p:sp>
        <p:nvSpPr>
          <p:cNvPr id="15" name="source_text_7"/>
          <p:cNvSpPr txBox="1"/>
          <p:nvPr/>
        </p:nvSpPr>
        <p:spPr>
          <a:xfrm>
            <a:off x="8330183" y="4965192"/>
            <a:ext cx="3118104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Open Sans"/>
              </a:defRPr>
            </a:pPr>
            <a:r>
              <a:rPr sz="1300" b="0">
                <a:solidFill>
                  <a:srgbClr val="FFFFFF"/>
                </a:solidFill>
                <a:latin typeface="Open Sans"/>
              </a:rPr>
              <a:t>Title</a:t>
            </a:r>
          </a:p>
        </p:txBody>
      </p:sp>
      <p:sp>
        <p:nvSpPr>
          <p:cNvPr id="16" name="source_text_1"/>
          <p:cNvSpPr txBox="1"/>
          <p:nvPr/>
        </p:nvSpPr>
        <p:spPr>
          <a:xfrm>
            <a:off x="10424160" y="6318504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Open Sans"/>
              </a:defRPr>
            </a:pPr>
            <a:r>
              <a:rPr sz="1100" b="1">
                <a:solidFill>
                  <a:srgbClr val="000000"/>
                </a:solidFill>
                <a:latin typeface="Open Sans"/>
              </a:rPr>
              <a:t>N  E  X 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