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enerated_1_brand_accent"/>
          <p:cNvSpPr/>
          <p:nvPr/>
        </p:nvSpPr>
        <p:spPr>
          <a:xfrm>
            <a:off x="594360" y="585216"/>
            <a:ext cx="502920" cy="82296"/>
          </a:xfrm>
          <a:prstGeom prst="rect">
            <a:avLst/>
          </a:prstGeom>
          <a:solidFill>
            <a:srgbClr val="6C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ource_text_1"/>
          <p:cNvSpPr txBox="1"/>
          <p:nvPr/>
        </p:nvSpPr>
        <p:spPr>
          <a:xfrm>
            <a:off x="594360" y="1508760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6CE5E8"/>
                </a:solidFill>
                <a:latin typeface="Montserrat"/>
              </a:defRPr>
            </a:pPr>
            <a:r>
              <a:rPr sz="2100" b="1">
                <a:solidFill>
                  <a:srgbClr val="6CE5E8"/>
                </a:solidFill>
                <a:latin typeface="Montserrat"/>
              </a:rPr>
              <a:t>TECH THEME FOR </a:t>
            </a:r>
          </a:p>
        </p:txBody>
      </p:sp>
      <p:sp>
        <p:nvSpPr>
          <p:cNvPr id="4" name="source_text_0"/>
          <p:cNvSpPr txBox="1"/>
          <p:nvPr/>
        </p:nvSpPr>
        <p:spPr>
          <a:xfrm>
            <a:off x="530352" y="2029968"/>
            <a:ext cx="89611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1200" b="0">
                <a:solidFill>
                  <a:srgbClr val="FFFFFF"/>
                </a:solidFill>
                <a:latin typeface="Teko Medium"/>
              </a:defRPr>
            </a:pPr>
            <a:r>
              <a:rPr sz="11200" b="0">
                <a:solidFill>
                  <a:srgbClr val="FFFFFF"/>
                </a:solidFill>
                <a:latin typeface="Teko Medium"/>
              </a:rPr>
              <a:t>CAREER DAY</a:t>
            </a:r>
          </a:p>
        </p:txBody>
      </p:sp>
      <p:sp>
        <p:nvSpPr>
          <p:cNvPr id="5" name="source_text_2"/>
          <p:cNvSpPr txBox="1"/>
          <p:nvPr/>
        </p:nvSpPr>
        <p:spPr>
          <a:xfrm>
            <a:off x="621792" y="395020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FFFFF"/>
                </a:solidFill>
                <a:latin typeface="Montserrat"/>
              </a:defRPr>
            </a:pPr>
            <a:r>
              <a:rPr sz="2300" b="0">
                <a:solidFill>
                  <a:srgbClr val="FFFFFF"/>
                </a:solidFill>
                <a:latin typeface="Montserrat"/>
              </a:rPr>
              <a:t>TECHNOLOGY PRESENTATIONS</a:t>
            </a:r>
          </a:p>
        </p:txBody>
      </p:sp>
      <p:sp>
        <p:nvSpPr>
          <p:cNvPr id="6" name="generated_2_title_rule"/>
          <p:cNvSpPr/>
          <p:nvPr/>
        </p:nvSpPr>
        <p:spPr>
          <a:xfrm>
            <a:off x="621792" y="4846320"/>
            <a:ext cx="6263640" cy="18288"/>
          </a:xfrm>
          <a:prstGeom prst="rect">
            <a:avLst/>
          </a:prstGeom>
          <a:solidFill>
            <a:srgbClr val="2D8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enerated_3_circuit_frame"/>
          <p:cNvSpPr/>
          <p:nvPr/>
        </p:nvSpPr>
        <p:spPr>
          <a:xfrm>
            <a:off x="9253728" y="594360"/>
            <a:ext cx="2322576" cy="5669280"/>
          </a:xfrm>
          <a:prstGeom prst="rect">
            <a:avLst/>
          </a:prstGeom>
          <a:noFill/>
          <a:ln w="12700">
            <a:solidFill>
              <a:srgbClr val="2D8B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generated_4_circuit_frame"/>
          <p:cNvSpPr/>
          <p:nvPr/>
        </p:nvSpPr>
        <p:spPr>
          <a:xfrm>
            <a:off x="8805672" y="1252728"/>
            <a:ext cx="2331720" cy="4389120"/>
          </a:xfrm>
          <a:prstGeom prst="rect">
            <a:avLst/>
          </a:prstGeom>
          <a:noFill/>
          <a:ln w="25400">
            <a:solidFill>
              <a:srgbClr val="1B8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generated_5_circuit_frame"/>
          <p:cNvSpPr/>
          <p:nvPr/>
        </p:nvSpPr>
        <p:spPr>
          <a:xfrm>
            <a:off x="9610344" y="1901952"/>
            <a:ext cx="1572768" cy="3090672"/>
          </a:xfrm>
          <a:prstGeom prst="rect">
            <a:avLst/>
          </a:prstGeom>
          <a:noFill/>
          <a:ln w="19050">
            <a:solidFill>
              <a:srgbClr val="6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enerated_6_circuit_core"/>
          <p:cNvSpPr/>
          <p:nvPr/>
        </p:nvSpPr>
        <p:spPr>
          <a:xfrm>
            <a:off x="10067544" y="2569464"/>
            <a:ext cx="1161288" cy="1691640"/>
          </a:xfrm>
          <a:prstGeom prst="rect">
            <a:avLst/>
          </a:prstGeom>
          <a:solidFill>
            <a:srgbClr val="1B8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generated_7_circuit_trace"/>
          <p:cNvSpPr/>
          <p:nvPr/>
        </p:nvSpPr>
        <p:spPr>
          <a:xfrm>
            <a:off x="8485632" y="2770632"/>
            <a:ext cx="1600200" cy="24688"/>
          </a:xfrm>
          <a:prstGeom prst="rect">
            <a:avLst/>
          </a:prstGeom>
          <a:solidFill>
            <a:srgbClr val="2D8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enerated_8_trace_terminal"/>
          <p:cNvSpPr/>
          <p:nvPr/>
        </p:nvSpPr>
        <p:spPr>
          <a:xfrm>
            <a:off x="8430768" y="2738627"/>
            <a:ext cx="86868" cy="86868"/>
          </a:xfrm>
          <a:prstGeom prst="rect">
            <a:avLst/>
          </a:prstGeom>
          <a:solidFill>
            <a:srgbClr val="6C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enerated_9_circuit_trace"/>
          <p:cNvSpPr/>
          <p:nvPr/>
        </p:nvSpPr>
        <p:spPr>
          <a:xfrm>
            <a:off x="8485632" y="3108960"/>
            <a:ext cx="1600200" cy="24688"/>
          </a:xfrm>
          <a:prstGeom prst="rect">
            <a:avLst/>
          </a:prstGeom>
          <a:solidFill>
            <a:srgbClr val="2D8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generated_10_trace_terminal"/>
          <p:cNvSpPr/>
          <p:nvPr/>
        </p:nvSpPr>
        <p:spPr>
          <a:xfrm>
            <a:off x="8430768" y="3076956"/>
            <a:ext cx="86868" cy="86868"/>
          </a:xfrm>
          <a:prstGeom prst="rect">
            <a:avLst/>
          </a:prstGeom>
          <a:solidFill>
            <a:srgbClr val="6C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generated_11_circuit_trace"/>
          <p:cNvSpPr/>
          <p:nvPr/>
        </p:nvSpPr>
        <p:spPr>
          <a:xfrm>
            <a:off x="8485632" y="3447288"/>
            <a:ext cx="1600200" cy="24688"/>
          </a:xfrm>
          <a:prstGeom prst="rect">
            <a:avLst/>
          </a:prstGeom>
          <a:solidFill>
            <a:srgbClr val="2D8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generated_12_trace_terminal"/>
          <p:cNvSpPr/>
          <p:nvPr/>
        </p:nvSpPr>
        <p:spPr>
          <a:xfrm>
            <a:off x="8430768" y="3415284"/>
            <a:ext cx="86868" cy="86868"/>
          </a:xfrm>
          <a:prstGeom prst="rect">
            <a:avLst/>
          </a:prstGeom>
          <a:solidFill>
            <a:srgbClr val="6C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enerated_13_circuit_trace"/>
          <p:cNvSpPr/>
          <p:nvPr/>
        </p:nvSpPr>
        <p:spPr>
          <a:xfrm>
            <a:off x="8485632" y="3785615"/>
            <a:ext cx="1600200" cy="24688"/>
          </a:xfrm>
          <a:prstGeom prst="rect">
            <a:avLst/>
          </a:prstGeom>
          <a:solidFill>
            <a:srgbClr val="2D8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enerated_14_trace_terminal"/>
          <p:cNvSpPr/>
          <p:nvPr/>
        </p:nvSpPr>
        <p:spPr>
          <a:xfrm>
            <a:off x="8430768" y="3753611"/>
            <a:ext cx="86868" cy="86868"/>
          </a:xfrm>
          <a:prstGeom prst="rect">
            <a:avLst/>
          </a:prstGeom>
          <a:solidFill>
            <a:srgbClr val="6C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generated_15_frame_terminal"/>
          <p:cNvSpPr/>
          <p:nvPr/>
        </p:nvSpPr>
        <p:spPr>
          <a:xfrm>
            <a:off x="10305288" y="576072"/>
            <a:ext cx="155448" cy="155448"/>
          </a:xfrm>
          <a:prstGeom prst="rect">
            <a:avLst/>
          </a:prstGeom>
          <a:solidFill>
            <a:srgbClr val="6C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enerated_1_photo_frame"/>
          <p:cNvSpPr/>
          <p:nvPr/>
        </p:nvSpPr>
        <p:spPr>
          <a:xfrm>
            <a:off x="502920" y="1399032"/>
            <a:ext cx="6236208" cy="3977639"/>
          </a:xfrm>
          <a:prstGeom prst="rect">
            <a:avLst/>
          </a:prstGeom>
          <a:noFill/>
          <a:ln w="12700">
            <a:solidFill>
              <a:srgbClr val="2D8B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supplied_asset_78c7030a13b1d6fc" descr="78c7030a13b1d6fc.jpg"/>
          <p:cNvPicPr>
            <a:picLocks noChangeAspect="1"/>
          </p:cNvPicPr>
          <p:nvPr/>
        </p:nvPicPr>
        <p:blipFill>
          <a:blip r:embed="rId2"/>
          <a:srcRect t="43" b="43"/>
          <a:stretch>
            <a:fillRect/>
          </a:stretch>
        </p:blipFill>
        <p:spPr>
          <a:xfrm>
            <a:off x="658368" y="1554480"/>
            <a:ext cx="6236208" cy="3730752"/>
          </a:xfrm>
          <a:prstGeom prst="rect">
            <a:avLst/>
          </a:prstGeom>
        </p:spPr>
      </p:pic>
      <p:sp>
        <p:nvSpPr>
          <p:cNvPr id="4" name="generated_2_photo_accent"/>
          <p:cNvSpPr/>
          <p:nvPr/>
        </p:nvSpPr>
        <p:spPr>
          <a:xfrm>
            <a:off x="658368" y="5285232"/>
            <a:ext cx="1325880" cy="68580"/>
          </a:xfrm>
          <a:prstGeom prst="rect">
            <a:avLst/>
          </a:prstGeom>
          <a:solidFill>
            <a:srgbClr val="6C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ource_text_2"/>
          <p:cNvSpPr txBox="1"/>
          <p:nvPr/>
        </p:nvSpPr>
        <p:spPr>
          <a:xfrm>
            <a:off x="7498079" y="987552"/>
            <a:ext cx="4069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900" b="0">
                <a:solidFill>
                  <a:srgbClr val="6CE5E8"/>
                </a:solidFill>
                <a:latin typeface="Teko Medium"/>
              </a:defRPr>
            </a:pPr>
            <a:r>
              <a:rPr sz="4900" b="0">
                <a:solidFill>
                  <a:srgbClr val="6CE5E8"/>
                </a:solidFill>
                <a:latin typeface="Teko Medium"/>
              </a:rPr>
              <a:t>MISSION</a:t>
            </a:r>
          </a:p>
        </p:txBody>
      </p:sp>
      <p:sp>
        <p:nvSpPr>
          <p:cNvPr id="6" name="source_text_0"/>
          <p:cNvSpPr txBox="1"/>
          <p:nvPr/>
        </p:nvSpPr>
        <p:spPr>
          <a:xfrm>
            <a:off x="7525512" y="1856231"/>
            <a:ext cx="40690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FFFFF"/>
                </a:solidFill>
                <a:latin typeface="Montserrat"/>
              </a:defRPr>
            </a:pPr>
            <a:r>
              <a:rPr sz="2300" b="0">
                <a:solidFill>
                  <a:srgbClr val="FFFFFF"/>
                </a:solidFill>
                <a:latin typeface="Montserrat"/>
              </a:rPr>
              <a:t>Enter your grand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FFFFF"/>
                </a:solidFill>
                <a:latin typeface="Montserrat"/>
              </a:defRPr>
            </a:pPr>
            <a:r>
              <a:rPr sz="2300" b="0">
                <a:solidFill>
                  <a:srgbClr val="FFFFFF"/>
                </a:solidFill>
                <a:latin typeface="Montserrat"/>
              </a:rPr>
              <a:t>vision statement!</a:t>
            </a:r>
          </a:p>
        </p:txBody>
      </p:sp>
      <p:sp>
        <p:nvSpPr>
          <p:cNvPr id="7" name="generated_3_section_divider"/>
          <p:cNvSpPr/>
          <p:nvPr/>
        </p:nvSpPr>
        <p:spPr>
          <a:xfrm>
            <a:off x="7525512" y="3282696"/>
            <a:ext cx="4050791" cy="15544"/>
          </a:xfrm>
          <a:prstGeom prst="rect">
            <a:avLst/>
          </a:prstGeom>
          <a:solidFill>
            <a:srgbClr val="2D8B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ource_text_3"/>
          <p:cNvSpPr txBox="1"/>
          <p:nvPr/>
        </p:nvSpPr>
        <p:spPr>
          <a:xfrm>
            <a:off x="7498079" y="3721608"/>
            <a:ext cx="4069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900" b="0">
                <a:solidFill>
                  <a:srgbClr val="6CE5E8"/>
                </a:solidFill>
                <a:latin typeface="Teko Medium"/>
              </a:defRPr>
            </a:pPr>
            <a:r>
              <a:rPr sz="4900" b="0">
                <a:solidFill>
                  <a:srgbClr val="6CE5E8"/>
                </a:solidFill>
                <a:latin typeface="Teko Medium"/>
              </a:rPr>
              <a:t>VISION</a:t>
            </a:r>
          </a:p>
        </p:txBody>
      </p:sp>
      <p:sp>
        <p:nvSpPr>
          <p:cNvPr id="9" name="source_text_1"/>
          <p:cNvSpPr txBox="1"/>
          <p:nvPr/>
        </p:nvSpPr>
        <p:spPr>
          <a:xfrm>
            <a:off x="7525512" y="4590288"/>
            <a:ext cx="40690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FFFFF"/>
                </a:solidFill>
                <a:latin typeface="Montserrat"/>
              </a:defRPr>
            </a:pPr>
            <a:r>
              <a:rPr sz="2300" b="0">
                <a:solidFill>
                  <a:srgbClr val="FFFFFF"/>
                </a:solidFill>
                <a:latin typeface="Montserrat"/>
              </a:rPr>
              <a:t>Enter your grand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FFFFF"/>
                </a:solidFill>
                <a:latin typeface="Montserrat"/>
              </a:defRPr>
            </a:pPr>
            <a:r>
              <a:rPr sz="2300" b="0">
                <a:solidFill>
                  <a:srgbClr val="FFFFFF"/>
                </a:solidFill>
                <a:latin typeface="Montserrat"/>
              </a:rPr>
              <a:t>vision statement!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enerated_1_brand_accent"/>
          <p:cNvSpPr/>
          <p:nvPr/>
        </p:nvSpPr>
        <p:spPr>
          <a:xfrm>
            <a:off x="594360" y="585216"/>
            <a:ext cx="502920" cy="68580"/>
          </a:xfrm>
          <a:prstGeom prst="rect">
            <a:avLst/>
          </a:prstGeom>
          <a:solidFill>
            <a:srgbClr val="6C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ource_text_4"/>
          <p:cNvSpPr txBox="1"/>
          <p:nvPr/>
        </p:nvSpPr>
        <p:spPr>
          <a:xfrm>
            <a:off x="594360" y="768096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900" b="0">
                <a:solidFill>
                  <a:srgbClr val="FFFFFF"/>
                </a:solidFill>
                <a:latin typeface="Teko Medium"/>
              </a:defRPr>
            </a:pPr>
            <a:r>
              <a:rPr sz="4900" b="0">
                <a:solidFill>
                  <a:srgbClr val="FFFFFF"/>
                </a:solidFill>
                <a:latin typeface="Teko Medium"/>
              </a:rPr>
              <a:t>WRITE YOUR IDEA</a:t>
            </a:r>
          </a:p>
        </p:txBody>
      </p:sp>
      <p:pic>
        <p:nvPicPr>
          <p:cNvPr id="4" name="supplied_asset_303684db9007ef38" descr="303684db9007ef38.jpg"/>
          <p:cNvPicPr>
            <a:picLocks noChangeAspect="1"/>
          </p:cNvPicPr>
          <p:nvPr/>
        </p:nvPicPr>
        <p:blipFill>
          <a:blip r:embed="rId2"/>
          <a:srcRect t="465" b="465"/>
          <a:stretch>
            <a:fillRect/>
          </a:stretch>
        </p:blipFill>
        <p:spPr>
          <a:xfrm>
            <a:off x="594360" y="1938528"/>
            <a:ext cx="2852928" cy="1883664"/>
          </a:xfrm>
          <a:prstGeom prst="rect">
            <a:avLst/>
          </a:prstGeom>
        </p:spPr>
      </p:pic>
      <p:sp>
        <p:nvSpPr>
          <p:cNvPr id="5" name="generated_2_photo_underline"/>
          <p:cNvSpPr/>
          <p:nvPr/>
        </p:nvSpPr>
        <p:spPr>
          <a:xfrm>
            <a:off x="594360" y="3822191"/>
            <a:ext cx="2852928" cy="41148"/>
          </a:xfrm>
          <a:prstGeom prst="rect">
            <a:avLst/>
          </a:prstGeom>
          <a:solidFill>
            <a:srgbClr val="6C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_text_0"/>
          <p:cNvSpPr txBox="1"/>
          <p:nvPr/>
        </p:nvSpPr>
        <p:spPr>
          <a:xfrm>
            <a:off x="3703320" y="2231136"/>
            <a:ext cx="2093976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Montserrat"/>
              </a:defRPr>
            </a:pPr>
            <a:r>
              <a:rPr sz="1900" b="0">
                <a:solidFill>
                  <a:srgbClr val="FFFFFF"/>
                </a:solidFill>
                <a:latin typeface="Montserrat"/>
              </a:rPr>
              <a:t>Briefly elaborate on what you want to discuss. </a:t>
            </a:r>
          </a:p>
        </p:txBody>
      </p:sp>
      <p:pic>
        <p:nvPicPr>
          <p:cNvPr id="7" name="supplied_asset_7b95ae98124ca1b8" descr="7b95ae98124ca1b8.jpg"/>
          <p:cNvPicPr>
            <a:picLocks noChangeAspect="1"/>
          </p:cNvPicPr>
          <p:nvPr/>
        </p:nvPicPr>
        <p:blipFill>
          <a:blip r:embed="rId3"/>
          <a:srcRect t="481" b="481"/>
          <a:stretch>
            <a:fillRect/>
          </a:stretch>
        </p:blipFill>
        <p:spPr>
          <a:xfrm>
            <a:off x="6309360" y="1938528"/>
            <a:ext cx="2852928" cy="1883664"/>
          </a:xfrm>
          <a:prstGeom prst="rect">
            <a:avLst/>
          </a:prstGeom>
        </p:spPr>
      </p:pic>
      <p:sp>
        <p:nvSpPr>
          <p:cNvPr id="8" name="generated_3_photo_underline"/>
          <p:cNvSpPr/>
          <p:nvPr/>
        </p:nvSpPr>
        <p:spPr>
          <a:xfrm>
            <a:off x="6309360" y="3822191"/>
            <a:ext cx="2852928" cy="41148"/>
          </a:xfrm>
          <a:prstGeom prst="rect">
            <a:avLst/>
          </a:prstGeom>
          <a:solidFill>
            <a:srgbClr val="1B8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ource_text_1"/>
          <p:cNvSpPr txBox="1"/>
          <p:nvPr/>
        </p:nvSpPr>
        <p:spPr>
          <a:xfrm>
            <a:off x="9418320" y="2231136"/>
            <a:ext cx="2093976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Montserrat"/>
              </a:defRPr>
            </a:pPr>
            <a:r>
              <a:rPr sz="1900" b="0">
                <a:solidFill>
                  <a:srgbClr val="FFFFFF"/>
                </a:solidFill>
                <a:latin typeface="Montserrat"/>
              </a:rPr>
              <a:t>Briefly elaborate on what you want to discuss. </a:t>
            </a:r>
          </a:p>
        </p:txBody>
      </p:sp>
      <p:pic>
        <p:nvPicPr>
          <p:cNvPr id="10" name="supplied_asset_81039a83f0f75837" descr="81039a83f0f75837.jpg"/>
          <p:cNvPicPr>
            <a:picLocks noChangeAspect="1"/>
          </p:cNvPicPr>
          <p:nvPr/>
        </p:nvPicPr>
        <p:blipFill>
          <a:blip r:embed="rId4"/>
          <a:srcRect l="7403" r="7403"/>
          <a:stretch>
            <a:fillRect/>
          </a:stretch>
        </p:blipFill>
        <p:spPr>
          <a:xfrm>
            <a:off x="594360" y="4325112"/>
            <a:ext cx="2852928" cy="1883664"/>
          </a:xfrm>
          <a:prstGeom prst="rect">
            <a:avLst/>
          </a:prstGeom>
        </p:spPr>
      </p:pic>
      <p:sp>
        <p:nvSpPr>
          <p:cNvPr id="11" name="generated_4_photo_underline"/>
          <p:cNvSpPr/>
          <p:nvPr/>
        </p:nvSpPr>
        <p:spPr>
          <a:xfrm>
            <a:off x="594360" y="6208776"/>
            <a:ext cx="2852928" cy="41148"/>
          </a:xfrm>
          <a:prstGeom prst="rect">
            <a:avLst/>
          </a:prstGeom>
          <a:solidFill>
            <a:srgbClr val="6C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ource_text_2"/>
          <p:cNvSpPr txBox="1"/>
          <p:nvPr/>
        </p:nvSpPr>
        <p:spPr>
          <a:xfrm>
            <a:off x="3703320" y="4617720"/>
            <a:ext cx="2093976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Montserrat"/>
              </a:defRPr>
            </a:pPr>
            <a:r>
              <a:rPr sz="1900" b="0">
                <a:solidFill>
                  <a:srgbClr val="FFFFFF"/>
                </a:solidFill>
                <a:latin typeface="Montserrat"/>
              </a:rPr>
              <a:t>Briefly elaborate on what you want to discuss. </a:t>
            </a:r>
          </a:p>
        </p:txBody>
      </p:sp>
      <p:pic>
        <p:nvPicPr>
          <p:cNvPr id="13" name="supplied_asset_ad410b5aa5baac6f" descr="ad410b5aa5baac6f.jpg"/>
          <p:cNvPicPr>
            <a:picLocks noChangeAspect="1"/>
          </p:cNvPicPr>
          <p:nvPr/>
        </p:nvPicPr>
        <p:blipFill>
          <a:blip r:embed="rId5"/>
          <a:srcRect l="7385" r="7385"/>
          <a:stretch>
            <a:fillRect/>
          </a:stretch>
        </p:blipFill>
        <p:spPr>
          <a:xfrm>
            <a:off x="6309360" y="4325112"/>
            <a:ext cx="2852928" cy="1883664"/>
          </a:xfrm>
          <a:prstGeom prst="rect">
            <a:avLst/>
          </a:prstGeom>
        </p:spPr>
      </p:pic>
      <p:sp>
        <p:nvSpPr>
          <p:cNvPr id="14" name="generated_5_photo_underline"/>
          <p:cNvSpPr/>
          <p:nvPr/>
        </p:nvSpPr>
        <p:spPr>
          <a:xfrm>
            <a:off x="6309360" y="6208776"/>
            <a:ext cx="2852928" cy="41148"/>
          </a:xfrm>
          <a:prstGeom prst="rect">
            <a:avLst/>
          </a:prstGeom>
          <a:solidFill>
            <a:srgbClr val="1B8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ource_text_3"/>
          <p:cNvSpPr txBox="1"/>
          <p:nvPr/>
        </p:nvSpPr>
        <p:spPr>
          <a:xfrm>
            <a:off x="9418320" y="4617720"/>
            <a:ext cx="2093976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Montserrat"/>
              </a:defRPr>
            </a:pPr>
            <a:r>
              <a:rPr sz="1900" b="0">
                <a:solidFill>
                  <a:srgbClr val="FFFFFF"/>
                </a:solidFill>
                <a:latin typeface="Montserrat"/>
              </a:rPr>
              <a:t>Briefly elaborate on what you want to discuss.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enerated_1_brand_accent"/>
          <p:cNvSpPr/>
          <p:nvPr/>
        </p:nvSpPr>
        <p:spPr>
          <a:xfrm>
            <a:off x="594360" y="502920"/>
            <a:ext cx="502920" cy="68580"/>
          </a:xfrm>
          <a:prstGeom prst="rect">
            <a:avLst/>
          </a:prstGeom>
          <a:solidFill>
            <a:srgbClr val="6C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ource_text_4"/>
          <p:cNvSpPr txBox="1"/>
          <p:nvPr/>
        </p:nvSpPr>
        <p:spPr>
          <a:xfrm>
            <a:off x="594360" y="740664"/>
            <a:ext cx="745236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300" b="0">
                <a:solidFill>
                  <a:srgbClr val="FFFFFF"/>
                </a:solidFill>
                <a:latin typeface="Teko Medium"/>
              </a:defRPr>
            </a:pPr>
            <a:r>
              <a:rPr sz="4300" b="0">
                <a:solidFill>
                  <a:srgbClr val="FFFFFF"/>
                </a:solidFill>
                <a:latin typeface="Teko Medium"/>
              </a:rPr>
              <a:t>ADD A TEAM MEMBERS PAGE</a:t>
            </a:r>
          </a:p>
        </p:txBody>
      </p:sp>
      <p:sp>
        <p:nvSpPr>
          <p:cNvPr id="4" name="source_text_5"/>
          <p:cNvSpPr txBox="1"/>
          <p:nvPr/>
        </p:nvSpPr>
        <p:spPr>
          <a:xfrm>
            <a:off x="8394192" y="704088"/>
            <a:ext cx="3291840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0B3DD"/>
                </a:solidFill>
                <a:latin typeface="Montserrat"/>
              </a:defRPr>
            </a:pPr>
            <a:r>
              <a:rPr sz="1800" b="0">
                <a:solidFill>
                  <a:srgbClr val="60B3DD"/>
                </a:solidFill>
                <a:latin typeface="Montserrat"/>
              </a:rPr>
              <a:t>Elaborate on what you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0B3DD"/>
                </a:solidFill>
                <a:latin typeface="Montserrat"/>
              </a:defRPr>
            </a:pPr>
            <a:r>
              <a:rPr sz="1800" b="0">
                <a:solidFill>
                  <a:srgbClr val="60B3DD"/>
                </a:solidFill>
                <a:latin typeface="Montserrat"/>
              </a:rPr>
              <a:t>want to discuss. </a:t>
            </a:r>
          </a:p>
        </p:txBody>
      </p:sp>
      <p:pic>
        <p:nvPicPr>
          <p:cNvPr id="5" name="supplied_asset_3a01fccfc52cd706" descr="3a01fccfc52cd706.jpg"/>
          <p:cNvPicPr>
            <a:picLocks noChangeAspect="1"/>
          </p:cNvPicPr>
          <p:nvPr/>
        </p:nvPicPr>
        <p:blipFill>
          <a:blip r:embed="rId2"/>
          <a:srcRect t="2929" b="2929"/>
          <a:stretch>
            <a:fillRect/>
          </a:stretch>
        </p:blipFill>
        <p:spPr>
          <a:xfrm>
            <a:off x="594360" y="1847088"/>
            <a:ext cx="2622499" cy="3703320"/>
          </a:xfrm>
          <a:prstGeom prst="rect">
            <a:avLst/>
          </a:prstGeom>
        </p:spPr>
      </p:pic>
      <p:sp>
        <p:nvSpPr>
          <p:cNvPr id="6" name="generated_2_portrait_underline"/>
          <p:cNvSpPr/>
          <p:nvPr/>
        </p:nvSpPr>
        <p:spPr>
          <a:xfrm>
            <a:off x="594360" y="5550408"/>
            <a:ext cx="2622499" cy="47548"/>
          </a:xfrm>
          <a:prstGeom prst="rect">
            <a:avLst/>
          </a:prstGeom>
          <a:solidFill>
            <a:srgbClr val="6C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ource_text_0"/>
          <p:cNvSpPr txBox="1"/>
          <p:nvPr/>
        </p:nvSpPr>
        <p:spPr>
          <a:xfrm>
            <a:off x="594360" y="5751576"/>
            <a:ext cx="262249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6CE5E8"/>
                </a:solidFill>
                <a:latin typeface="Teko Medium"/>
              </a:defRPr>
            </a:pPr>
            <a:r>
              <a:rPr sz="2800" b="0">
                <a:solidFill>
                  <a:srgbClr val="6CE5E8"/>
                </a:solidFill>
                <a:latin typeface="Teko Medium"/>
              </a:rPr>
              <a:t> NAME</a:t>
            </a:r>
          </a:p>
        </p:txBody>
      </p:sp>
      <p:sp>
        <p:nvSpPr>
          <p:cNvPr id="8" name="source_text_6"/>
          <p:cNvSpPr txBox="1"/>
          <p:nvPr/>
        </p:nvSpPr>
        <p:spPr>
          <a:xfrm>
            <a:off x="667512" y="6254496"/>
            <a:ext cx="25420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ontserrat"/>
              </a:defRPr>
            </a:pPr>
            <a:r>
              <a:rPr sz="1600" b="0">
                <a:solidFill>
                  <a:srgbClr val="FFFFFF"/>
                </a:solidFill>
                <a:latin typeface="Montserrat"/>
              </a:rPr>
              <a:t>Title or Position</a:t>
            </a:r>
          </a:p>
        </p:txBody>
      </p:sp>
      <p:pic>
        <p:nvPicPr>
          <p:cNvPr id="9" name="supplied_asset_b6d94b9986ad773b" descr="b6d94b9986ad773b.jpg"/>
          <p:cNvPicPr>
            <a:picLocks noChangeAspect="1"/>
          </p:cNvPicPr>
          <p:nvPr/>
        </p:nvPicPr>
        <p:blipFill>
          <a:blip r:embed="rId3"/>
          <a:srcRect t="2929" b="2929"/>
          <a:stretch>
            <a:fillRect/>
          </a:stretch>
        </p:blipFill>
        <p:spPr>
          <a:xfrm>
            <a:off x="3387852" y="1847088"/>
            <a:ext cx="2622499" cy="3703320"/>
          </a:xfrm>
          <a:prstGeom prst="rect">
            <a:avLst/>
          </a:prstGeom>
        </p:spPr>
      </p:pic>
      <p:sp>
        <p:nvSpPr>
          <p:cNvPr id="10" name="generated_3_portrait_underline"/>
          <p:cNvSpPr/>
          <p:nvPr/>
        </p:nvSpPr>
        <p:spPr>
          <a:xfrm>
            <a:off x="3387852" y="5550408"/>
            <a:ext cx="2622499" cy="47548"/>
          </a:xfrm>
          <a:prstGeom prst="rect">
            <a:avLst/>
          </a:prstGeom>
          <a:solidFill>
            <a:srgbClr val="6C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ource_text_1"/>
          <p:cNvSpPr txBox="1"/>
          <p:nvPr/>
        </p:nvSpPr>
        <p:spPr>
          <a:xfrm>
            <a:off x="3387852" y="5751576"/>
            <a:ext cx="262249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6CE5E8"/>
                </a:solidFill>
                <a:latin typeface="Teko Medium"/>
              </a:defRPr>
            </a:pPr>
            <a:r>
              <a:rPr sz="2800" b="0">
                <a:solidFill>
                  <a:srgbClr val="6CE5E8"/>
                </a:solidFill>
                <a:latin typeface="Teko Medium"/>
              </a:rPr>
              <a:t> NAME</a:t>
            </a:r>
          </a:p>
        </p:txBody>
      </p:sp>
      <p:sp>
        <p:nvSpPr>
          <p:cNvPr id="12" name="source_text_7"/>
          <p:cNvSpPr txBox="1"/>
          <p:nvPr/>
        </p:nvSpPr>
        <p:spPr>
          <a:xfrm>
            <a:off x="3461004" y="6254496"/>
            <a:ext cx="25420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ontserrat"/>
              </a:defRPr>
            </a:pPr>
            <a:r>
              <a:rPr sz="1600" b="0">
                <a:solidFill>
                  <a:srgbClr val="FFFFFF"/>
                </a:solidFill>
                <a:latin typeface="Montserrat"/>
              </a:rPr>
              <a:t>Title or Position</a:t>
            </a:r>
          </a:p>
        </p:txBody>
      </p:sp>
      <p:pic>
        <p:nvPicPr>
          <p:cNvPr id="13" name="supplied_asset_ca7af32d01d62b39" descr="ca7af32d01d62b39.jpg"/>
          <p:cNvPicPr>
            <a:picLocks noChangeAspect="1"/>
          </p:cNvPicPr>
          <p:nvPr/>
        </p:nvPicPr>
        <p:blipFill>
          <a:blip r:embed="rId4"/>
          <a:srcRect t="2948" b="2948"/>
          <a:stretch>
            <a:fillRect/>
          </a:stretch>
        </p:blipFill>
        <p:spPr>
          <a:xfrm>
            <a:off x="6181344" y="1847088"/>
            <a:ext cx="2622499" cy="3703320"/>
          </a:xfrm>
          <a:prstGeom prst="rect">
            <a:avLst/>
          </a:prstGeom>
        </p:spPr>
      </p:pic>
      <p:sp>
        <p:nvSpPr>
          <p:cNvPr id="14" name="generated_4_portrait_underline"/>
          <p:cNvSpPr/>
          <p:nvPr/>
        </p:nvSpPr>
        <p:spPr>
          <a:xfrm>
            <a:off x="6181344" y="5550408"/>
            <a:ext cx="2622499" cy="47548"/>
          </a:xfrm>
          <a:prstGeom prst="rect">
            <a:avLst/>
          </a:prstGeom>
          <a:solidFill>
            <a:srgbClr val="6C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ource_text_2"/>
          <p:cNvSpPr txBox="1"/>
          <p:nvPr/>
        </p:nvSpPr>
        <p:spPr>
          <a:xfrm>
            <a:off x="6181344" y="5751576"/>
            <a:ext cx="262249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6CE5E8"/>
                </a:solidFill>
                <a:latin typeface="Teko Medium"/>
              </a:defRPr>
            </a:pPr>
            <a:r>
              <a:rPr sz="2800" b="0">
                <a:solidFill>
                  <a:srgbClr val="6CE5E8"/>
                </a:solidFill>
                <a:latin typeface="Teko Medium"/>
              </a:rPr>
              <a:t> NAME</a:t>
            </a:r>
          </a:p>
        </p:txBody>
      </p:sp>
      <p:sp>
        <p:nvSpPr>
          <p:cNvPr id="16" name="source_text_8"/>
          <p:cNvSpPr txBox="1"/>
          <p:nvPr/>
        </p:nvSpPr>
        <p:spPr>
          <a:xfrm>
            <a:off x="6254496" y="6254496"/>
            <a:ext cx="25420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ontserrat"/>
              </a:defRPr>
            </a:pPr>
            <a:r>
              <a:rPr sz="1600" b="0">
                <a:solidFill>
                  <a:srgbClr val="FFFFFF"/>
                </a:solidFill>
                <a:latin typeface="Montserrat"/>
              </a:rPr>
              <a:t>Title or Position</a:t>
            </a:r>
          </a:p>
        </p:txBody>
      </p:sp>
      <p:pic>
        <p:nvPicPr>
          <p:cNvPr id="17" name="supplied_asset_fa48d495a7108bf7" descr="fa48d495a7108bf7.jpg"/>
          <p:cNvPicPr>
            <a:picLocks noChangeAspect="1"/>
          </p:cNvPicPr>
          <p:nvPr/>
        </p:nvPicPr>
        <p:blipFill>
          <a:blip r:embed="rId5"/>
          <a:srcRect t="2929" b="2929"/>
          <a:stretch>
            <a:fillRect/>
          </a:stretch>
        </p:blipFill>
        <p:spPr>
          <a:xfrm>
            <a:off x="8974836" y="1847088"/>
            <a:ext cx="2622499" cy="3703320"/>
          </a:xfrm>
          <a:prstGeom prst="rect">
            <a:avLst/>
          </a:prstGeom>
        </p:spPr>
      </p:pic>
      <p:sp>
        <p:nvSpPr>
          <p:cNvPr id="18" name="generated_5_portrait_underline"/>
          <p:cNvSpPr/>
          <p:nvPr/>
        </p:nvSpPr>
        <p:spPr>
          <a:xfrm>
            <a:off x="8974836" y="5550408"/>
            <a:ext cx="2622499" cy="47548"/>
          </a:xfrm>
          <a:prstGeom prst="rect">
            <a:avLst/>
          </a:prstGeom>
          <a:solidFill>
            <a:srgbClr val="6C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ource_text_3"/>
          <p:cNvSpPr txBox="1"/>
          <p:nvPr/>
        </p:nvSpPr>
        <p:spPr>
          <a:xfrm>
            <a:off x="8974836" y="5751576"/>
            <a:ext cx="262249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6CE5E8"/>
                </a:solidFill>
                <a:latin typeface="Teko Medium"/>
              </a:defRPr>
            </a:pPr>
            <a:r>
              <a:rPr sz="2800" b="0">
                <a:solidFill>
                  <a:srgbClr val="6CE5E8"/>
                </a:solidFill>
                <a:latin typeface="Teko Medium"/>
              </a:rPr>
              <a:t> NAME</a:t>
            </a:r>
          </a:p>
        </p:txBody>
      </p:sp>
      <p:sp>
        <p:nvSpPr>
          <p:cNvPr id="20" name="source_text_9"/>
          <p:cNvSpPr txBox="1"/>
          <p:nvPr/>
        </p:nvSpPr>
        <p:spPr>
          <a:xfrm>
            <a:off x="9047988" y="6254496"/>
            <a:ext cx="25420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FFF"/>
                </a:solidFill>
                <a:latin typeface="Montserrat"/>
              </a:defRPr>
            </a:pPr>
            <a:r>
              <a:rPr sz="1600" b="0">
                <a:solidFill>
                  <a:srgbClr val="FFFFFF"/>
                </a:solidFill>
                <a:latin typeface="Montserrat"/>
              </a:rPr>
              <a:t>Title or Position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generated_1_brand_accent"/>
          <p:cNvSpPr/>
          <p:nvPr/>
        </p:nvSpPr>
        <p:spPr>
          <a:xfrm>
            <a:off x="594360" y="512064"/>
            <a:ext cx="502920" cy="68580"/>
          </a:xfrm>
          <a:prstGeom prst="rect">
            <a:avLst/>
          </a:prstGeom>
          <a:solidFill>
            <a:srgbClr val="6C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ource_text_6"/>
          <p:cNvSpPr txBox="1"/>
          <p:nvPr/>
        </p:nvSpPr>
        <p:spPr>
          <a:xfrm>
            <a:off x="594360" y="749808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rgbClr val="FFFFFF"/>
                </a:solidFill>
                <a:latin typeface="Teko Medium"/>
              </a:defRPr>
            </a:pPr>
            <a:r>
              <a:rPr sz="4800" b="0">
                <a:solidFill>
                  <a:srgbClr val="FFFFFF"/>
                </a:solidFill>
                <a:latin typeface="Teko Medium"/>
              </a:rPr>
              <a:t>WRITE YOUR TOPIC OR IDEA</a:t>
            </a:r>
          </a:p>
        </p:txBody>
      </p:sp>
      <p:pic>
        <p:nvPicPr>
          <p:cNvPr id="4" name="supplied_asset_577f2574826655a7" descr="577f2574826655a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1728216"/>
            <a:ext cx="1961388" cy="2615184"/>
          </a:xfrm>
          <a:prstGeom prst="rect">
            <a:avLst/>
          </a:prstGeom>
        </p:spPr>
      </p:pic>
      <p:sp>
        <p:nvSpPr>
          <p:cNvPr id="5" name="generated_2_column_rule"/>
          <p:cNvSpPr/>
          <p:nvPr/>
        </p:nvSpPr>
        <p:spPr>
          <a:xfrm>
            <a:off x="594360" y="4498848"/>
            <a:ext cx="3419856" cy="32004"/>
          </a:xfrm>
          <a:prstGeom prst="rect">
            <a:avLst/>
          </a:prstGeom>
          <a:solidFill>
            <a:srgbClr val="1B8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ource_text_0"/>
          <p:cNvSpPr txBox="1"/>
          <p:nvPr/>
        </p:nvSpPr>
        <p:spPr>
          <a:xfrm>
            <a:off x="594360" y="4764024"/>
            <a:ext cx="3429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100" b="0">
                <a:solidFill>
                  <a:srgbClr val="6CE5E8"/>
                </a:solidFill>
                <a:latin typeface="Teko Medium"/>
              </a:defRPr>
            </a:pPr>
            <a:r>
              <a:rPr sz="3100" b="0">
                <a:solidFill>
                  <a:srgbClr val="6CE5E8"/>
                </a:solidFill>
                <a:latin typeface="Teko Medium"/>
              </a:rPr>
              <a:t>ADD A MAIN POINT</a:t>
            </a:r>
          </a:p>
        </p:txBody>
      </p:sp>
      <p:sp>
        <p:nvSpPr>
          <p:cNvPr id="7" name="source_text_3"/>
          <p:cNvSpPr txBox="1"/>
          <p:nvPr/>
        </p:nvSpPr>
        <p:spPr>
          <a:xfrm>
            <a:off x="594360" y="5504688"/>
            <a:ext cx="329184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ontserrat"/>
              </a:defRPr>
            </a:pPr>
            <a:r>
              <a:rPr sz="1800" b="0">
                <a:solidFill>
                  <a:srgbClr val="FFFFFF"/>
                </a:solidFill>
                <a:latin typeface="Montserrat"/>
              </a:rPr>
              <a:t>Briefly elaborate on what you want to discuss. </a:t>
            </a:r>
          </a:p>
        </p:txBody>
      </p:sp>
      <p:pic>
        <p:nvPicPr>
          <p:cNvPr id="8" name="supplied_asset_d507902c895e2ffc" descr="d507902c895e2f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1828800"/>
            <a:ext cx="3218688" cy="2414015"/>
          </a:xfrm>
          <a:prstGeom prst="rect">
            <a:avLst/>
          </a:prstGeom>
        </p:spPr>
      </p:pic>
      <p:sp>
        <p:nvSpPr>
          <p:cNvPr id="9" name="generated_3_column_rule"/>
          <p:cNvSpPr/>
          <p:nvPr/>
        </p:nvSpPr>
        <p:spPr>
          <a:xfrm>
            <a:off x="4370832" y="4498848"/>
            <a:ext cx="3419856" cy="32004"/>
          </a:xfrm>
          <a:prstGeom prst="rect">
            <a:avLst/>
          </a:prstGeom>
          <a:solidFill>
            <a:srgbClr val="1B8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ource_text_1"/>
          <p:cNvSpPr txBox="1"/>
          <p:nvPr/>
        </p:nvSpPr>
        <p:spPr>
          <a:xfrm>
            <a:off x="4370832" y="4764024"/>
            <a:ext cx="3429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100" b="0">
                <a:solidFill>
                  <a:srgbClr val="6CE5E8"/>
                </a:solidFill>
                <a:latin typeface="Teko Medium"/>
              </a:defRPr>
            </a:pPr>
            <a:r>
              <a:rPr sz="3100" b="0">
                <a:solidFill>
                  <a:srgbClr val="6CE5E8"/>
                </a:solidFill>
                <a:latin typeface="Teko Medium"/>
              </a:rPr>
              <a:t>ADD A MAIN POINT</a:t>
            </a:r>
          </a:p>
        </p:txBody>
      </p:sp>
      <p:sp>
        <p:nvSpPr>
          <p:cNvPr id="11" name="source_text_4"/>
          <p:cNvSpPr txBox="1"/>
          <p:nvPr/>
        </p:nvSpPr>
        <p:spPr>
          <a:xfrm>
            <a:off x="4370832" y="5504688"/>
            <a:ext cx="329184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ontserrat"/>
              </a:defRPr>
            </a:pPr>
            <a:r>
              <a:rPr sz="1800" b="0">
                <a:solidFill>
                  <a:srgbClr val="FFFFFF"/>
                </a:solidFill>
                <a:latin typeface="Montserrat"/>
              </a:rPr>
              <a:t>Briefly elaborate on what you want to discuss. </a:t>
            </a:r>
          </a:p>
        </p:txBody>
      </p:sp>
      <p:pic>
        <p:nvPicPr>
          <p:cNvPr id="12" name="supplied_asset_f0253cad2ffe79aa" descr="f0253cad2ffe79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2840" y="1728216"/>
            <a:ext cx="1890494" cy="2615184"/>
          </a:xfrm>
          <a:prstGeom prst="rect">
            <a:avLst/>
          </a:prstGeom>
        </p:spPr>
      </p:pic>
      <p:sp>
        <p:nvSpPr>
          <p:cNvPr id="13" name="generated_4_column_rule"/>
          <p:cNvSpPr/>
          <p:nvPr/>
        </p:nvSpPr>
        <p:spPr>
          <a:xfrm>
            <a:off x="8147304" y="4498848"/>
            <a:ext cx="3419856" cy="32004"/>
          </a:xfrm>
          <a:prstGeom prst="rect">
            <a:avLst/>
          </a:prstGeom>
          <a:solidFill>
            <a:srgbClr val="1B89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ource_text_2"/>
          <p:cNvSpPr txBox="1"/>
          <p:nvPr/>
        </p:nvSpPr>
        <p:spPr>
          <a:xfrm>
            <a:off x="8147304" y="4764024"/>
            <a:ext cx="3429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100" b="0">
                <a:solidFill>
                  <a:srgbClr val="6CE5E8"/>
                </a:solidFill>
                <a:latin typeface="Teko Medium"/>
              </a:defRPr>
            </a:pPr>
            <a:r>
              <a:rPr sz="3100" b="0">
                <a:solidFill>
                  <a:srgbClr val="6CE5E8"/>
                </a:solidFill>
                <a:latin typeface="Teko Medium"/>
              </a:rPr>
              <a:t>ADD A MAIN POINT</a:t>
            </a:r>
          </a:p>
        </p:txBody>
      </p:sp>
      <p:sp>
        <p:nvSpPr>
          <p:cNvPr id="15" name="source_text_5"/>
          <p:cNvSpPr txBox="1"/>
          <p:nvPr/>
        </p:nvSpPr>
        <p:spPr>
          <a:xfrm>
            <a:off x="8147304" y="5504688"/>
            <a:ext cx="329184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Montserrat"/>
              </a:defRPr>
            </a:pPr>
            <a:r>
              <a:rPr sz="1800" b="0">
                <a:solidFill>
                  <a:srgbClr val="FFFFFF"/>
                </a:solidFill>
                <a:latin typeface="Montserrat"/>
              </a:rPr>
              <a:t>Briefly elaborate on what you want to discuss.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